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33D14A-DEB5-402A-B9A5-CA174A68884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E0A1CAC-BD89-4E8E-AAF3-BDB5C3909FCF}">
      <dgm:prSet/>
      <dgm:spPr/>
      <dgm:t>
        <a:bodyPr/>
        <a:lstStyle/>
        <a:p>
          <a:r>
            <a:rPr lang="en-US"/>
            <a:t>Structured on-call schedules used to respond to system incidents</a:t>
          </a:r>
        </a:p>
      </dgm:t>
    </dgm:pt>
    <dgm:pt modelId="{02E20DF8-BB39-43A5-979B-1A61C8FDCA29}" type="parTrans" cxnId="{1A7BC9A3-277C-4F9C-8040-9055C3551E12}">
      <dgm:prSet/>
      <dgm:spPr/>
      <dgm:t>
        <a:bodyPr/>
        <a:lstStyle/>
        <a:p>
          <a:endParaRPr lang="en-US"/>
        </a:p>
      </dgm:t>
    </dgm:pt>
    <dgm:pt modelId="{4A03FF60-1996-4B4A-A9C5-F84E95F37348}" type="sibTrans" cxnId="{1A7BC9A3-277C-4F9C-8040-9055C3551E12}">
      <dgm:prSet/>
      <dgm:spPr/>
      <dgm:t>
        <a:bodyPr/>
        <a:lstStyle/>
        <a:p>
          <a:endParaRPr lang="en-US"/>
        </a:p>
      </dgm:t>
    </dgm:pt>
    <dgm:pt modelId="{8DF6B9F2-A386-4E6B-9095-5588230FFFA1}">
      <dgm:prSet/>
      <dgm:spPr/>
      <dgm:t>
        <a:bodyPr/>
        <a:lstStyle/>
        <a:p>
          <a:r>
            <a:rPr lang="en-US"/>
            <a:t>Ensures 24/7 availability for critical services</a:t>
          </a:r>
        </a:p>
      </dgm:t>
    </dgm:pt>
    <dgm:pt modelId="{A3991AC4-5B94-4F0E-8C1C-2A5E156D4B3B}" type="parTrans" cxnId="{D3FEEBA5-5502-40D0-8264-E91198087D07}">
      <dgm:prSet/>
      <dgm:spPr/>
      <dgm:t>
        <a:bodyPr/>
        <a:lstStyle/>
        <a:p>
          <a:endParaRPr lang="en-US"/>
        </a:p>
      </dgm:t>
    </dgm:pt>
    <dgm:pt modelId="{D344E6E2-C727-4328-AE7E-77BADBF221A9}" type="sibTrans" cxnId="{D3FEEBA5-5502-40D0-8264-E91198087D07}">
      <dgm:prSet/>
      <dgm:spPr/>
      <dgm:t>
        <a:bodyPr/>
        <a:lstStyle/>
        <a:p>
          <a:endParaRPr lang="en-US"/>
        </a:p>
      </dgm:t>
    </dgm:pt>
    <dgm:pt modelId="{4723778F-A367-4FD2-B992-6B3548C3468A}">
      <dgm:prSet/>
      <dgm:spPr/>
      <dgm:t>
        <a:bodyPr/>
        <a:lstStyle/>
        <a:p>
          <a:r>
            <a:rPr lang="en-US"/>
            <a:t>Common in DevOps and SRE teams</a:t>
          </a:r>
        </a:p>
      </dgm:t>
    </dgm:pt>
    <dgm:pt modelId="{7BF2166C-9C1A-43F6-BB0D-291B0ED07413}" type="parTrans" cxnId="{94D463E4-FE52-4B0E-B8D2-5E701168B193}">
      <dgm:prSet/>
      <dgm:spPr/>
      <dgm:t>
        <a:bodyPr/>
        <a:lstStyle/>
        <a:p>
          <a:endParaRPr lang="en-US"/>
        </a:p>
      </dgm:t>
    </dgm:pt>
    <dgm:pt modelId="{4D4BC07D-C291-46ED-93EB-4C3114DF6BB2}" type="sibTrans" cxnId="{94D463E4-FE52-4B0E-B8D2-5E701168B193}">
      <dgm:prSet/>
      <dgm:spPr/>
      <dgm:t>
        <a:bodyPr/>
        <a:lstStyle/>
        <a:p>
          <a:endParaRPr lang="en-US"/>
        </a:p>
      </dgm:t>
    </dgm:pt>
    <dgm:pt modelId="{43133740-E2F2-4D78-AA04-639F340DF401}">
      <dgm:prSet/>
      <dgm:spPr/>
      <dgm:t>
        <a:bodyPr/>
        <a:lstStyle/>
        <a:p>
          <a:r>
            <a:rPr lang="en-US"/>
            <a:t>Promotes shared responsibility between development and operations</a:t>
          </a:r>
        </a:p>
      </dgm:t>
    </dgm:pt>
    <dgm:pt modelId="{78ED38B2-7775-420F-BB7B-BA515112852E}" type="parTrans" cxnId="{59BAB86A-6D3F-4583-AB22-2BC290DAE36A}">
      <dgm:prSet/>
      <dgm:spPr/>
      <dgm:t>
        <a:bodyPr/>
        <a:lstStyle/>
        <a:p>
          <a:endParaRPr lang="en-US"/>
        </a:p>
      </dgm:t>
    </dgm:pt>
    <dgm:pt modelId="{6C634403-26F9-4D8E-BA6B-DFCD1EF6C0AC}" type="sibTrans" cxnId="{59BAB86A-6D3F-4583-AB22-2BC290DAE36A}">
      <dgm:prSet/>
      <dgm:spPr/>
      <dgm:t>
        <a:bodyPr/>
        <a:lstStyle/>
        <a:p>
          <a:endParaRPr lang="en-US"/>
        </a:p>
      </dgm:t>
    </dgm:pt>
    <dgm:pt modelId="{ED745A8B-191B-4846-BDE9-41CC604ADEBA}" type="pres">
      <dgm:prSet presAssocID="{5F33D14A-DEB5-402A-B9A5-CA174A688846}" presName="root" presStyleCnt="0">
        <dgm:presLayoutVars>
          <dgm:dir/>
          <dgm:resizeHandles val="exact"/>
        </dgm:presLayoutVars>
      </dgm:prSet>
      <dgm:spPr/>
    </dgm:pt>
    <dgm:pt modelId="{BDD29753-B697-4BE3-AB5D-2E3196D6FFD6}" type="pres">
      <dgm:prSet presAssocID="{8E0A1CAC-BD89-4E8E-AAF3-BDB5C3909FCF}" presName="compNode" presStyleCnt="0"/>
      <dgm:spPr/>
    </dgm:pt>
    <dgm:pt modelId="{1FC378E8-4CB8-485B-B102-DEE694CC0D80}" type="pres">
      <dgm:prSet presAssocID="{8E0A1CAC-BD89-4E8E-AAF3-BDB5C3909FC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DB34B8D2-6D30-4CD9-A209-628E95665D86}" type="pres">
      <dgm:prSet presAssocID="{8E0A1CAC-BD89-4E8E-AAF3-BDB5C3909FCF}" presName="spaceRect" presStyleCnt="0"/>
      <dgm:spPr/>
    </dgm:pt>
    <dgm:pt modelId="{15E892AD-C703-45C6-B2B4-480ED1F3DD94}" type="pres">
      <dgm:prSet presAssocID="{8E0A1CAC-BD89-4E8E-AAF3-BDB5C3909FCF}" presName="textRect" presStyleLbl="revTx" presStyleIdx="0" presStyleCnt="4">
        <dgm:presLayoutVars>
          <dgm:chMax val="1"/>
          <dgm:chPref val="1"/>
        </dgm:presLayoutVars>
      </dgm:prSet>
      <dgm:spPr/>
    </dgm:pt>
    <dgm:pt modelId="{9496D01A-1756-47A7-BF3B-8B1F0AD7850F}" type="pres">
      <dgm:prSet presAssocID="{4A03FF60-1996-4B4A-A9C5-F84E95F37348}" presName="sibTrans" presStyleCnt="0"/>
      <dgm:spPr/>
    </dgm:pt>
    <dgm:pt modelId="{E1A2AFFE-1C18-44BC-859E-5E4D14F625D7}" type="pres">
      <dgm:prSet presAssocID="{8DF6B9F2-A386-4E6B-9095-5588230FFFA1}" presName="compNode" presStyleCnt="0"/>
      <dgm:spPr/>
    </dgm:pt>
    <dgm:pt modelId="{17174235-A406-4CED-9DE2-9E3F99138459}" type="pres">
      <dgm:prSet presAssocID="{8DF6B9F2-A386-4E6B-9095-5588230FFFA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EB142485-3ACD-4510-B3D2-70D61F8CA057}" type="pres">
      <dgm:prSet presAssocID="{8DF6B9F2-A386-4E6B-9095-5588230FFFA1}" presName="spaceRect" presStyleCnt="0"/>
      <dgm:spPr/>
    </dgm:pt>
    <dgm:pt modelId="{4CE4B9DF-D9CF-4817-A370-A3A79E22AEA9}" type="pres">
      <dgm:prSet presAssocID="{8DF6B9F2-A386-4E6B-9095-5588230FFFA1}" presName="textRect" presStyleLbl="revTx" presStyleIdx="1" presStyleCnt="4">
        <dgm:presLayoutVars>
          <dgm:chMax val="1"/>
          <dgm:chPref val="1"/>
        </dgm:presLayoutVars>
      </dgm:prSet>
      <dgm:spPr/>
    </dgm:pt>
    <dgm:pt modelId="{94F1A986-22A8-48B2-B2A0-2FAED321F77C}" type="pres">
      <dgm:prSet presAssocID="{D344E6E2-C727-4328-AE7E-77BADBF221A9}" presName="sibTrans" presStyleCnt="0"/>
      <dgm:spPr/>
    </dgm:pt>
    <dgm:pt modelId="{8090F375-C5DB-4FC1-B25B-282A829A96FC}" type="pres">
      <dgm:prSet presAssocID="{4723778F-A367-4FD2-B992-6B3548C3468A}" presName="compNode" presStyleCnt="0"/>
      <dgm:spPr/>
    </dgm:pt>
    <dgm:pt modelId="{B85058C8-8D08-41CC-8766-36B29E5C6B20}" type="pres">
      <dgm:prSet presAssocID="{4723778F-A367-4FD2-B992-6B3548C3468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8BB591FE-C756-4C89-BE12-13B6D20206B4}" type="pres">
      <dgm:prSet presAssocID="{4723778F-A367-4FD2-B992-6B3548C3468A}" presName="spaceRect" presStyleCnt="0"/>
      <dgm:spPr/>
    </dgm:pt>
    <dgm:pt modelId="{F1419B66-8D6B-412F-B882-1B7777C206DF}" type="pres">
      <dgm:prSet presAssocID="{4723778F-A367-4FD2-B992-6B3548C3468A}" presName="textRect" presStyleLbl="revTx" presStyleIdx="2" presStyleCnt="4">
        <dgm:presLayoutVars>
          <dgm:chMax val="1"/>
          <dgm:chPref val="1"/>
        </dgm:presLayoutVars>
      </dgm:prSet>
      <dgm:spPr/>
    </dgm:pt>
    <dgm:pt modelId="{88DBEB66-9A4E-451A-B933-30C61125DC3E}" type="pres">
      <dgm:prSet presAssocID="{4D4BC07D-C291-46ED-93EB-4C3114DF6BB2}" presName="sibTrans" presStyleCnt="0"/>
      <dgm:spPr/>
    </dgm:pt>
    <dgm:pt modelId="{2BE0F3FC-1C37-4D04-AB1C-1B2EEC834AE6}" type="pres">
      <dgm:prSet presAssocID="{43133740-E2F2-4D78-AA04-639F340DF401}" presName="compNode" presStyleCnt="0"/>
      <dgm:spPr/>
    </dgm:pt>
    <dgm:pt modelId="{B6DF5587-E6A7-4760-8940-3BBD65888BBF}" type="pres">
      <dgm:prSet presAssocID="{43133740-E2F2-4D78-AA04-639F340DF40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FFC0D8C8-4FCA-4EF4-BF43-BA8AFFBF8D49}" type="pres">
      <dgm:prSet presAssocID="{43133740-E2F2-4D78-AA04-639F340DF401}" presName="spaceRect" presStyleCnt="0"/>
      <dgm:spPr/>
    </dgm:pt>
    <dgm:pt modelId="{92F1A018-114D-47F0-A321-7D9549FCDD55}" type="pres">
      <dgm:prSet presAssocID="{43133740-E2F2-4D78-AA04-639F340DF40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2383422-B8FA-484F-AC59-26A1875330B3}" type="presOf" srcId="{8DF6B9F2-A386-4E6B-9095-5588230FFFA1}" destId="{4CE4B9DF-D9CF-4817-A370-A3A79E22AEA9}" srcOrd="0" destOrd="0" presId="urn:microsoft.com/office/officeart/2018/2/layout/IconLabelList"/>
    <dgm:cxn modelId="{1AF0C15E-D37A-4019-A926-1671B9E137E9}" type="presOf" srcId="{8E0A1CAC-BD89-4E8E-AAF3-BDB5C3909FCF}" destId="{15E892AD-C703-45C6-B2B4-480ED1F3DD94}" srcOrd="0" destOrd="0" presId="urn:microsoft.com/office/officeart/2018/2/layout/IconLabelList"/>
    <dgm:cxn modelId="{59BAB86A-6D3F-4583-AB22-2BC290DAE36A}" srcId="{5F33D14A-DEB5-402A-B9A5-CA174A688846}" destId="{43133740-E2F2-4D78-AA04-639F340DF401}" srcOrd="3" destOrd="0" parTransId="{78ED38B2-7775-420F-BB7B-BA515112852E}" sibTransId="{6C634403-26F9-4D8E-BA6B-DFCD1EF6C0AC}"/>
    <dgm:cxn modelId="{1A7BC9A3-277C-4F9C-8040-9055C3551E12}" srcId="{5F33D14A-DEB5-402A-B9A5-CA174A688846}" destId="{8E0A1CAC-BD89-4E8E-AAF3-BDB5C3909FCF}" srcOrd="0" destOrd="0" parTransId="{02E20DF8-BB39-43A5-979B-1A61C8FDCA29}" sibTransId="{4A03FF60-1996-4B4A-A9C5-F84E95F37348}"/>
    <dgm:cxn modelId="{D3FEEBA5-5502-40D0-8264-E91198087D07}" srcId="{5F33D14A-DEB5-402A-B9A5-CA174A688846}" destId="{8DF6B9F2-A386-4E6B-9095-5588230FFFA1}" srcOrd="1" destOrd="0" parTransId="{A3991AC4-5B94-4F0E-8C1C-2A5E156D4B3B}" sibTransId="{D344E6E2-C727-4328-AE7E-77BADBF221A9}"/>
    <dgm:cxn modelId="{9EA823B7-8403-494B-BEE2-5757E191A0F8}" type="presOf" srcId="{43133740-E2F2-4D78-AA04-639F340DF401}" destId="{92F1A018-114D-47F0-A321-7D9549FCDD55}" srcOrd="0" destOrd="0" presId="urn:microsoft.com/office/officeart/2018/2/layout/IconLabelList"/>
    <dgm:cxn modelId="{103CA3E2-5F73-444A-88D6-7806A585FA5B}" type="presOf" srcId="{4723778F-A367-4FD2-B992-6B3548C3468A}" destId="{F1419B66-8D6B-412F-B882-1B7777C206DF}" srcOrd="0" destOrd="0" presId="urn:microsoft.com/office/officeart/2018/2/layout/IconLabelList"/>
    <dgm:cxn modelId="{94D463E4-FE52-4B0E-B8D2-5E701168B193}" srcId="{5F33D14A-DEB5-402A-B9A5-CA174A688846}" destId="{4723778F-A367-4FD2-B992-6B3548C3468A}" srcOrd="2" destOrd="0" parTransId="{7BF2166C-9C1A-43F6-BB0D-291B0ED07413}" sibTransId="{4D4BC07D-C291-46ED-93EB-4C3114DF6BB2}"/>
    <dgm:cxn modelId="{587036F6-382D-41D5-8433-FA07BD0489C8}" type="presOf" srcId="{5F33D14A-DEB5-402A-B9A5-CA174A688846}" destId="{ED745A8B-191B-4846-BDE9-41CC604ADEBA}" srcOrd="0" destOrd="0" presId="urn:microsoft.com/office/officeart/2018/2/layout/IconLabelList"/>
    <dgm:cxn modelId="{520378C8-9C5C-405A-9C45-E7390A57BE1A}" type="presParOf" srcId="{ED745A8B-191B-4846-BDE9-41CC604ADEBA}" destId="{BDD29753-B697-4BE3-AB5D-2E3196D6FFD6}" srcOrd="0" destOrd="0" presId="urn:microsoft.com/office/officeart/2018/2/layout/IconLabelList"/>
    <dgm:cxn modelId="{A7BBBCF5-AF4E-4F57-A707-24B3E82B053D}" type="presParOf" srcId="{BDD29753-B697-4BE3-AB5D-2E3196D6FFD6}" destId="{1FC378E8-4CB8-485B-B102-DEE694CC0D80}" srcOrd="0" destOrd="0" presId="urn:microsoft.com/office/officeart/2018/2/layout/IconLabelList"/>
    <dgm:cxn modelId="{3D186648-24C5-4AB7-96F9-AE7E0C06F769}" type="presParOf" srcId="{BDD29753-B697-4BE3-AB5D-2E3196D6FFD6}" destId="{DB34B8D2-6D30-4CD9-A209-628E95665D86}" srcOrd="1" destOrd="0" presId="urn:microsoft.com/office/officeart/2018/2/layout/IconLabelList"/>
    <dgm:cxn modelId="{90486E66-9FC2-4AAD-B755-F5C983F5914B}" type="presParOf" srcId="{BDD29753-B697-4BE3-AB5D-2E3196D6FFD6}" destId="{15E892AD-C703-45C6-B2B4-480ED1F3DD94}" srcOrd="2" destOrd="0" presId="urn:microsoft.com/office/officeart/2018/2/layout/IconLabelList"/>
    <dgm:cxn modelId="{ADF04477-6B63-4BDC-A533-34831E02F995}" type="presParOf" srcId="{ED745A8B-191B-4846-BDE9-41CC604ADEBA}" destId="{9496D01A-1756-47A7-BF3B-8B1F0AD7850F}" srcOrd="1" destOrd="0" presId="urn:microsoft.com/office/officeart/2018/2/layout/IconLabelList"/>
    <dgm:cxn modelId="{BD10500C-6793-4C53-BD43-BF17CF6DC737}" type="presParOf" srcId="{ED745A8B-191B-4846-BDE9-41CC604ADEBA}" destId="{E1A2AFFE-1C18-44BC-859E-5E4D14F625D7}" srcOrd="2" destOrd="0" presId="urn:microsoft.com/office/officeart/2018/2/layout/IconLabelList"/>
    <dgm:cxn modelId="{B57BD003-E41B-44EA-B231-91D8F4C75B30}" type="presParOf" srcId="{E1A2AFFE-1C18-44BC-859E-5E4D14F625D7}" destId="{17174235-A406-4CED-9DE2-9E3F99138459}" srcOrd="0" destOrd="0" presId="urn:microsoft.com/office/officeart/2018/2/layout/IconLabelList"/>
    <dgm:cxn modelId="{962A44FF-EFF7-487C-BDAD-3B2CA9580DD2}" type="presParOf" srcId="{E1A2AFFE-1C18-44BC-859E-5E4D14F625D7}" destId="{EB142485-3ACD-4510-B3D2-70D61F8CA057}" srcOrd="1" destOrd="0" presId="urn:microsoft.com/office/officeart/2018/2/layout/IconLabelList"/>
    <dgm:cxn modelId="{852BAD7D-57D1-45F9-BD99-364724162FEC}" type="presParOf" srcId="{E1A2AFFE-1C18-44BC-859E-5E4D14F625D7}" destId="{4CE4B9DF-D9CF-4817-A370-A3A79E22AEA9}" srcOrd="2" destOrd="0" presId="urn:microsoft.com/office/officeart/2018/2/layout/IconLabelList"/>
    <dgm:cxn modelId="{24C74E4B-A09D-47F9-96E2-E5AD6B41D451}" type="presParOf" srcId="{ED745A8B-191B-4846-BDE9-41CC604ADEBA}" destId="{94F1A986-22A8-48B2-B2A0-2FAED321F77C}" srcOrd="3" destOrd="0" presId="urn:microsoft.com/office/officeart/2018/2/layout/IconLabelList"/>
    <dgm:cxn modelId="{D1BDCDCF-88F2-4466-A671-2D794CF4DF5C}" type="presParOf" srcId="{ED745A8B-191B-4846-BDE9-41CC604ADEBA}" destId="{8090F375-C5DB-4FC1-B25B-282A829A96FC}" srcOrd="4" destOrd="0" presId="urn:microsoft.com/office/officeart/2018/2/layout/IconLabelList"/>
    <dgm:cxn modelId="{91BD90B5-5D60-425C-A7F8-1D9561531035}" type="presParOf" srcId="{8090F375-C5DB-4FC1-B25B-282A829A96FC}" destId="{B85058C8-8D08-41CC-8766-36B29E5C6B20}" srcOrd="0" destOrd="0" presId="urn:microsoft.com/office/officeart/2018/2/layout/IconLabelList"/>
    <dgm:cxn modelId="{747858B7-2BB7-4549-8223-4C80B18BB252}" type="presParOf" srcId="{8090F375-C5DB-4FC1-B25B-282A829A96FC}" destId="{8BB591FE-C756-4C89-BE12-13B6D20206B4}" srcOrd="1" destOrd="0" presId="urn:microsoft.com/office/officeart/2018/2/layout/IconLabelList"/>
    <dgm:cxn modelId="{D2079FE2-C5B4-4E66-A776-382B229AAD0C}" type="presParOf" srcId="{8090F375-C5DB-4FC1-B25B-282A829A96FC}" destId="{F1419B66-8D6B-412F-B882-1B7777C206DF}" srcOrd="2" destOrd="0" presId="urn:microsoft.com/office/officeart/2018/2/layout/IconLabelList"/>
    <dgm:cxn modelId="{EB9AB2EC-AC40-4023-AB8A-8DB1FCBEF3DA}" type="presParOf" srcId="{ED745A8B-191B-4846-BDE9-41CC604ADEBA}" destId="{88DBEB66-9A4E-451A-B933-30C61125DC3E}" srcOrd="5" destOrd="0" presId="urn:microsoft.com/office/officeart/2018/2/layout/IconLabelList"/>
    <dgm:cxn modelId="{1A48B012-B78E-4EDE-B53E-3A9AEF52B61C}" type="presParOf" srcId="{ED745A8B-191B-4846-BDE9-41CC604ADEBA}" destId="{2BE0F3FC-1C37-4D04-AB1C-1B2EEC834AE6}" srcOrd="6" destOrd="0" presId="urn:microsoft.com/office/officeart/2018/2/layout/IconLabelList"/>
    <dgm:cxn modelId="{A76C4853-6F34-45C8-8D47-A356340E35CB}" type="presParOf" srcId="{2BE0F3FC-1C37-4D04-AB1C-1B2EEC834AE6}" destId="{B6DF5587-E6A7-4760-8940-3BBD65888BBF}" srcOrd="0" destOrd="0" presId="urn:microsoft.com/office/officeart/2018/2/layout/IconLabelList"/>
    <dgm:cxn modelId="{FBF95743-4F92-4B6C-88F0-6774ECC34D2E}" type="presParOf" srcId="{2BE0F3FC-1C37-4D04-AB1C-1B2EEC834AE6}" destId="{FFC0D8C8-4FCA-4EF4-BF43-BA8AFFBF8D49}" srcOrd="1" destOrd="0" presId="urn:microsoft.com/office/officeart/2018/2/layout/IconLabelList"/>
    <dgm:cxn modelId="{8DEEB6D1-C38C-4B61-BB2D-64C3D6D057A1}" type="presParOf" srcId="{2BE0F3FC-1C37-4D04-AB1C-1B2EEC834AE6}" destId="{92F1A018-114D-47F0-A321-7D9549FCDD5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3B7785-DF23-4AEF-A817-57D944B68A4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E15F885-EB83-4191-AC5F-283EFCE4EBC1}">
      <dgm:prSet/>
      <dgm:spPr/>
      <dgm:t>
        <a:bodyPr/>
        <a:lstStyle/>
        <a:p>
          <a:pPr>
            <a:defRPr cap="all"/>
          </a:pPr>
          <a:r>
            <a:rPr lang="en-US"/>
            <a:t>Improves system reliability and uptime</a:t>
          </a:r>
        </a:p>
      </dgm:t>
    </dgm:pt>
    <dgm:pt modelId="{30F3B43D-5C92-4B35-98EB-A985A36FD342}" type="parTrans" cxnId="{6A51E481-FE5D-414A-B597-973ECBF37475}">
      <dgm:prSet/>
      <dgm:spPr/>
      <dgm:t>
        <a:bodyPr/>
        <a:lstStyle/>
        <a:p>
          <a:endParaRPr lang="en-US"/>
        </a:p>
      </dgm:t>
    </dgm:pt>
    <dgm:pt modelId="{97DAA000-E88D-4F8C-BA1B-6AD4AD1CAEC2}" type="sibTrans" cxnId="{6A51E481-FE5D-414A-B597-973ECBF37475}">
      <dgm:prSet/>
      <dgm:spPr/>
      <dgm:t>
        <a:bodyPr/>
        <a:lstStyle/>
        <a:p>
          <a:endParaRPr lang="en-US"/>
        </a:p>
      </dgm:t>
    </dgm:pt>
    <dgm:pt modelId="{2ED1B90D-52DD-4CFB-8B25-5BFA4DC422EE}">
      <dgm:prSet/>
      <dgm:spPr/>
      <dgm:t>
        <a:bodyPr/>
        <a:lstStyle/>
        <a:p>
          <a:pPr>
            <a:defRPr cap="all"/>
          </a:pPr>
          <a:r>
            <a:rPr lang="en-US"/>
            <a:t>Encourages shared ownership of production systems</a:t>
          </a:r>
        </a:p>
      </dgm:t>
    </dgm:pt>
    <dgm:pt modelId="{28CEB184-400F-43FA-BEBB-F72D9F4FBFF8}" type="parTrans" cxnId="{46F8D875-279B-4F46-8E76-23F541704506}">
      <dgm:prSet/>
      <dgm:spPr/>
      <dgm:t>
        <a:bodyPr/>
        <a:lstStyle/>
        <a:p>
          <a:endParaRPr lang="en-US"/>
        </a:p>
      </dgm:t>
    </dgm:pt>
    <dgm:pt modelId="{13670AB3-C1D2-4809-9E2B-E48C0D30DA40}" type="sibTrans" cxnId="{46F8D875-279B-4F46-8E76-23F541704506}">
      <dgm:prSet/>
      <dgm:spPr/>
      <dgm:t>
        <a:bodyPr/>
        <a:lstStyle/>
        <a:p>
          <a:endParaRPr lang="en-US"/>
        </a:p>
      </dgm:t>
    </dgm:pt>
    <dgm:pt modelId="{658C98C4-6A62-459C-BF05-A717A922051E}">
      <dgm:prSet/>
      <dgm:spPr/>
      <dgm:t>
        <a:bodyPr/>
        <a:lstStyle/>
        <a:p>
          <a:pPr>
            <a:defRPr cap="all"/>
          </a:pPr>
          <a:r>
            <a:rPr lang="en-US"/>
            <a:t>Reduces dependence on a single individual or team</a:t>
          </a:r>
        </a:p>
      </dgm:t>
    </dgm:pt>
    <dgm:pt modelId="{6C79DC9F-1BC0-44CF-BBB5-836249803CC0}" type="parTrans" cxnId="{37F9C8F2-3723-44F5-BB10-221E8DCB92EF}">
      <dgm:prSet/>
      <dgm:spPr/>
      <dgm:t>
        <a:bodyPr/>
        <a:lstStyle/>
        <a:p>
          <a:endParaRPr lang="en-US"/>
        </a:p>
      </dgm:t>
    </dgm:pt>
    <dgm:pt modelId="{B97E0F85-C032-4D8D-A639-F0D1DDF79FC7}" type="sibTrans" cxnId="{37F9C8F2-3723-44F5-BB10-221E8DCB92EF}">
      <dgm:prSet/>
      <dgm:spPr/>
      <dgm:t>
        <a:bodyPr/>
        <a:lstStyle/>
        <a:p>
          <a:endParaRPr lang="en-US"/>
        </a:p>
      </dgm:t>
    </dgm:pt>
    <dgm:pt modelId="{41940553-6FD8-4AB2-9C8A-C9A5F0AA1574}">
      <dgm:prSet/>
      <dgm:spPr/>
      <dgm:t>
        <a:bodyPr/>
        <a:lstStyle/>
        <a:p>
          <a:pPr>
            <a:defRPr cap="all"/>
          </a:pPr>
          <a:r>
            <a:rPr lang="en-US"/>
            <a:t>Aligns with DevOps principles of collaboration and feedback</a:t>
          </a:r>
        </a:p>
      </dgm:t>
    </dgm:pt>
    <dgm:pt modelId="{A065CC04-B753-4394-AE44-D14AF637D1B4}" type="parTrans" cxnId="{09CE3621-04EA-49CA-9D83-DAD263538366}">
      <dgm:prSet/>
      <dgm:spPr/>
      <dgm:t>
        <a:bodyPr/>
        <a:lstStyle/>
        <a:p>
          <a:endParaRPr lang="en-US"/>
        </a:p>
      </dgm:t>
    </dgm:pt>
    <dgm:pt modelId="{10662297-6D99-40E4-BE59-7BE50DBD5697}" type="sibTrans" cxnId="{09CE3621-04EA-49CA-9D83-DAD263538366}">
      <dgm:prSet/>
      <dgm:spPr/>
      <dgm:t>
        <a:bodyPr/>
        <a:lstStyle/>
        <a:p>
          <a:endParaRPr lang="en-US"/>
        </a:p>
      </dgm:t>
    </dgm:pt>
    <dgm:pt modelId="{85B93274-2058-4F84-B20B-E267D98B0587}" type="pres">
      <dgm:prSet presAssocID="{D33B7785-DF23-4AEF-A817-57D944B68A4D}" presName="root" presStyleCnt="0">
        <dgm:presLayoutVars>
          <dgm:dir/>
          <dgm:resizeHandles val="exact"/>
        </dgm:presLayoutVars>
      </dgm:prSet>
      <dgm:spPr/>
    </dgm:pt>
    <dgm:pt modelId="{C78B3442-48C3-46C3-A504-0EA61599217B}" type="pres">
      <dgm:prSet presAssocID="{1E15F885-EB83-4191-AC5F-283EFCE4EBC1}" presName="compNode" presStyleCnt="0"/>
      <dgm:spPr/>
    </dgm:pt>
    <dgm:pt modelId="{553B57FF-374F-43B3-A51C-605CDF6100B4}" type="pres">
      <dgm:prSet presAssocID="{1E15F885-EB83-4191-AC5F-283EFCE4EBC1}" presName="iconBgRect" presStyleLbl="bgShp" presStyleIdx="0" presStyleCnt="4"/>
      <dgm:spPr/>
    </dgm:pt>
    <dgm:pt modelId="{034E9338-C501-4C4A-9731-5D42207A2774}" type="pres">
      <dgm:prSet presAssocID="{1E15F885-EB83-4191-AC5F-283EFCE4EBC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CB23C6A2-3E3A-4974-8E4D-4B2CA0053428}" type="pres">
      <dgm:prSet presAssocID="{1E15F885-EB83-4191-AC5F-283EFCE4EBC1}" presName="spaceRect" presStyleCnt="0"/>
      <dgm:spPr/>
    </dgm:pt>
    <dgm:pt modelId="{C996EB11-4A45-4A3D-8757-F1BB27422E71}" type="pres">
      <dgm:prSet presAssocID="{1E15F885-EB83-4191-AC5F-283EFCE4EBC1}" presName="textRect" presStyleLbl="revTx" presStyleIdx="0" presStyleCnt="4">
        <dgm:presLayoutVars>
          <dgm:chMax val="1"/>
          <dgm:chPref val="1"/>
        </dgm:presLayoutVars>
      </dgm:prSet>
      <dgm:spPr/>
    </dgm:pt>
    <dgm:pt modelId="{68F24AA8-37EB-4085-AAE1-205518CDC497}" type="pres">
      <dgm:prSet presAssocID="{97DAA000-E88D-4F8C-BA1B-6AD4AD1CAEC2}" presName="sibTrans" presStyleCnt="0"/>
      <dgm:spPr/>
    </dgm:pt>
    <dgm:pt modelId="{F7FDBCA6-0FD3-4ABF-8539-29618846F05E}" type="pres">
      <dgm:prSet presAssocID="{2ED1B90D-52DD-4CFB-8B25-5BFA4DC422EE}" presName="compNode" presStyleCnt="0"/>
      <dgm:spPr/>
    </dgm:pt>
    <dgm:pt modelId="{EEE768D0-6C7F-4521-A717-5CF8AFBD7DE2}" type="pres">
      <dgm:prSet presAssocID="{2ED1B90D-52DD-4CFB-8B25-5BFA4DC422EE}" presName="iconBgRect" presStyleLbl="bgShp" presStyleIdx="1" presStyleCnt="4"/>
      <dgm:spPr/>
    </dgm:pt>
    <dgm:pt modelId="{24B26B52-D5AA-424E-B7BE-348C5E3A9FBB}" type="pres">
      <dgm:prSet presAssocID="{2ED1B90D-52DD-4CFB-8B25-5BFA4DC422E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0B4EE3CF-2985-49AB-BD80-816825216B53}" type="pres">
      <dgm:prSet presAssocID="{2ED1B90D-52DD-4CFB-8B25-5BFA4DC422EE}" presName="spaceRect" presStyleCnt="0"/>
      <dgm:spPr/>
    </dgm:pt>
    <dgm:pt modelId="{EABB8A1E-F110-403D-BF53-F1AF02CF992C}" type="pres">
      <dgm:prSet presAssocID="{2ED1B90D-52DD-4CFB-8B25-5BFA4DC422EE}" presName="textRect" presStyleLbl="revTx" presStyleIdx="1" presStyleCnt="4">
        <dgm:presLayoutVars>
          <dgm:chMax val="1"/>
          <dgm:chPref val="1"/>
        </dgm:presLayoutVars>
      </dgm:prSet>
      <dgm:spPr/>
    </dgm:pt>
    <dgm:pt modelId="{084CF059-9FA4-4A3C-B15D-9D6BC71A2AB2}" type="pres">
      <dgm:prSet presAssocID="{13670AB3-C1D2-4809-9E2B-E48C0D30DA40}" presName="sibTrans" presStyleCnt="0"/>
      <dgm:spPr/>
    </dgm:pt>
    <dgm:pt modelId="{9177C5C3-6C60-4E71-B5FB-F50BD0209CC1}" type="pres">
      <dgm:prSet presAssocID="{658C98C4-6A62-459C-BF05-A717A922051E}" presName="compNode" presStyleCnt="0"/>
      <dgm:spPr/>
    </dgm:pt>
    <dgm:pt modelId="{951FE2F3-507D-431B-8ECB-DAA7FC6A57F7}" type="pres">
      <dgm:prSet presAssocID="{658C98C4-6A62-459C-BF05-A717A922051E}" presName="iconBgRect" presStyleLbl="bgShp" presStyleIdx="2" presStyleCnt="4"/>
      <dgm:spPr/>
    </dgm:pt>
    <dgm:pt modelId="{68C88B3A-FE26-4E02-8059-15FE5B57E12C}" type="pres">
      <dgm:prSet presAssocID="{658C98C4-6A62-459C-BF05-A717A922051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4EE2734A-261B-4207-BBEC-50599AE7BF07}" type="pres">
      <dgm:prSet presAssocID="{658C98C4-6A62-459C-BF05-A717A922051E}" presName="spaceRect" presStyleCnt="0"/>
      <dgm:spPr/>
    </dgm:pt>
    <dgm:pt modelId="{896B3D0F-9480-4592-A823-39D05452277F}" type="pres">
      <dgm:prSet presAssocID="{658C98C4-6A62-459C-BF05-A717A922051E}" presName="textRect" presStyleLbl="revTx" presStyleIdx="2" presStyleCnt="4">
        <dgm:presLayoutVars>
          <dgm:chMax val="1"/>
          <dgm:chPref val="1"/>
        </dgm:presLayoutVars>
      </dgm:prSet>
      <dgm:spPr/>
    </dgm:pt>
    <dgm:pt modelId="{DF8F1468-9EBB-4936-B105-892A9A6EE053}" type="pres">
      <dgm:prSet presAssocID="{B97E0F85-C032-4D8D-A639-F0D1DDF79FC7}" presName="sibTrans" presStyleCnt="0"/>
      <dgm:spPr/>
    </dgm:pt>
    <dgm:pt modelId="{24F635C2-8515-442C-9333-D2C02213A54A}" type="pres">
      <dgm:prSet presAssocID="{41940553-6FD8-4AB2-9C8A-C9A5F0AA1574}" presName="compNode" presStyleCnt="0"/>
      <dgm:spPr/>
    </dgm:pt>
    <dgm:pt modelId="{9383A0DC-6EE8-4FB1-837E-F7508A242D16}" type="pres">
      <dgm:prSet presAssocID="{41940553-6FD8-4AB2-9C8A-C9A5F0AA1574}" presName="iconBgRect" presStyleLbl="bgShp" presStyleIdx="3" presStyleCnt="4"/>
      <dgm:spPr/>
    </dgm:pt>
    <dgm:pt modelId="{22823D54-3778-459C-A445-F0F30CCB34E6}" type="pres">
      <dgm:prSet presAssocID="{41940553-6FD8-4AB2-9C8A-C9A5F0AA157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064917DF-4FE8-492E-B1AD-FC82FA99C42E}" type="pres">
      <dgm:prSet presAssocID="{41940553-6FD8-4AB2-9C8A-C9A5F0AA1574}" presName="spaceRect" presStyleCnt="0"/>
      <dgm:spPr/>
    </dgm:pt>
    <dgm:pt modelId="{55F5C132-8ABB-45AB-AB9A-A957F0D05FC7}" type="pres">
      <dgm:prSet presAssocID="{41940553-6FD8-4AB2-9C8A-C9A5F0AA157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9CE3621-04EA-49CA-9D83-DAD263538366}" srcId="{D33B7785-DF23-4AEF-A817-57D944B68A4D}" destId="{41940553-6FD8-4AB2-9C8A-C9A5F0AA1574}" srcOrd="3" destOrd="0" parTransId="{A065CC04-B753-4394-AE44-D14AF637D1B4}" sibTransId="{10662297-6D99-40E4-BE59-7BE50DBD5697}"/>
    <dgm:cxn modelId="{8AF9E329-4917-4CFB-8B04-9BD1D870B2E5}" type="presOf" srcId="{1E15F885-EB83-4191-AC5F-283EFCE4EBC1}" destId="{C996EB11-4A45-4A3D-8757-F1BB27422E71}" srcOrd="0" destOrd="0" presId="urn:microsoft.com/office/officeart/2018/5/layout/IconCircleLabelList"/>
    <dgm:cxn modelId="{49491561-0F58-40F4-BDE9-95625277A8AF}" type="presOf" srcId="{41940553-6FD8-4AB2-9C8A-C9A5F0AA1574}" destId="{55F5C132-8ABB-45AB-AB9A-A957F0D05FC7}" srcOrd="0" destOrd="0" presId="urn:microsoft.com/office/officeart/2018/5/layout/IconCircleLabelList"/>
    <dgm:cxn modelId="{6BC94446-F071-4500-8ED0-2180E2F326F5}" type="presOf" srcId="{658C98C4-6A62-459C-BF05-A717A922051E}" destId="{896B3D0F-9480-4592-A823-39D05452277F}" srcOrd="0" destOrd="0" presId="urn:microsoft.com/office/officeart/2018/5/layout/IconCircleLabelList"/>
    <dgm:cxn modelId="{46F8D875-279B-4F46-8E76-23F541704506}" srcId="{D33B7785-DF23-4AEF-A817-57D944B68A4D}" destId="{2ED1B90D-52DD-4CFB-8B25-5BFA4DC422EE}" srcOrd="1" destOrd="0" parTransId="{28CEB184-400F-43FA-BEBB-F72D9F4FBFF8}" sibTransId="{13670AB3-C1D2-4809-9E2B-E48C0D30DA40}"/>
    <dgm:cxn modelId="{6A51E481-FE5D-414A-B597-973ECBF37475}" srcId="{D33B7785-DF23-4AEF-A817-57D944B68A4D}" destId="{1E15F885-EB83-4191-AC5F-283EFCE4EBC1}" srcOrd="0" destOrd="0" parTransId="{30F3B43D-5C92-4B35-98EB-A985A36FD342}" sibTransId="{97DAA000-E88D-4F8C-BA1B-6AD4AD1CAEC2}"/>
    <dgm:cxn modelId="{1AF3C3D9-5132-4687-A2C9-DC1D7C534E3D}" type="presOf" srcId="{2ED1B90D-52DD-4CFB-8B25-5BFA4DC422EE}" destId="{EABB8A1E-F110-403D-BF53-F1AF02CF992C}" srcOrd="0" destOrd="0" presId="urn:microsoft.com/office/officeart/2018/5/layout/IconCircleLabelList"/>
    <dgm:cxn modelId="{CDD826E9-B556-4C6F-985C-32F4584D8253}" type="presOf" srcId="{D33B7785-DF23-4AEF-A817-57D944B68A4D}" destId="{85B93274-2058-4F84-B20B-E267D98B0587}" srcOrd="0" destOrd="0" presId="urn:microsoft.com/office/officeart/2018/5/layout/IconCircleLabelList"/>
    <dgm:cxn modelId="{37F9C8F2-3723-44F5-BB10-221E8DCB92EF}" srcId="{D33B7785-DF23-4AEF-A817-57D944B68A4D}" destId="{658C98C4-6A62-459C-BF05-A717A922051E}" srcOrd="2" destOrd="0" parTransId="{6C79DC9F-1BC0-44CF-BBB5-836249803CC0}" sibTransId="{B97E0F85-C032-4D8D-A639-F0D1DDF79FC7}"/>
    <dgm:cxn modelId="{00E4513D-BBA5-40E0-BDFB-08E0B183A3E7}" type="presParOf" srcId="{85B93274-2058-4F84-B20B-E267D98B0587}" destId="{C78B3442-48C3-46C3-A504-0EA61599217B}" srcOrd="0" destOrd="0" presId="urn:microsoft.com/office/officeart/2018/5/layout/IconCircleLabelList"/>
    <dgm:cxn modelId="{B29B40E8-F427-4DC7-804C-513C756A6155}" type="presParOf" srcId="{C78B3442-48C3-46C3-A504-0EA61599217B}" destId="{553B57FF-374F-43B3-A51C-605CDF6100B4}" srcOrd="0" destOrd="0" presId="urn:microsoft.com/office/officeart/2018/5/layout/IconCircleLabelList"/>
    <dgm:cxn modelId="{0E3A3504-85B6-48E7-BBE7-5B3A262FAD42}" type="presParOf" srcId="{C78B3442-48C3-46C3-A504-0EA61599217B}" destId="{034E9338-C501-4C4A-9731-5D42207A2774}" srcOrd="1" destOrd="0" presId="urn:microsoft.com/office/officeart/2018/5/layout/IconCircleLabelList"/>
    <dgm:cxn modelId="{A06830E3-9E05-406C-95F2-16E75B9EE4BC}" type="presParOf" srcId="{C78B3442-48C3-46C3-A504-0EA61599217B}" destId="{CB23C6A2-3E3A-4974-8E4D-4B2CA0053428}" srcOrd="2" destOrd="0" presId="urn:microsoft.com/office/officeart/2018/5/layout/IconCircleLabelList"/>
    <dgm:cxn modelId="{869903EF-B0E4-4F3F-B68E-478E069998B2}" type="presParOf" srcId="{C78B3442-48C3-46C3-A504-0EA61599217B}" destId="{C996EB11-4A45-4A3D-8757-F1BB27422E71}" srcOrd="3" destOrd="0" presId="urn:microsoft.com/office/officeart/2018/5/layout/IconCircleLabelList"/>
    <dgm:cxn modelId="{0AAE11A4-FBC9-4644-BED1-76100AFE7245}" type="presParOf" srcId="{85B93274-2058-4F84-B20B-E267D98B0587}" destId="{68F24AA8-37EB-4085-AAE1-205518CDC497}" srcOrd="1" destOrd="0" presId="urn:microsoft.com/office/officeart/2018/5/layout/IconCircleLabelList"/>
    <dgm:cxn modelId="{AE4BA509-E121-4A10-B5C9-AF510CED476A}" type="presParOf" srcId="{85B93274-2058-4F84-B20B-E267D98B0587}" destId="{F7FDBCA6-0FD3-4ABF-8539-29618846F05E}" srcOrd="2" destOrd="0" presId="urn:microsoft.com/office/officeart/2018/5/layout/IconCircleLabelList"/>
    <dgm:cxn modelId="{1077465D-54C0-4957-91CD-17007A4AD63E}" type="presParOf" srcId="{F7FDBCA6-0FD3-4ABF-8539-29618846F05E}" destId="{EEE768D0-6C7F-4521-A717-5CF8AFBD7DE2}" srcOrd="0" destOrd="0" presId="urn:microsoft.com/office/officeart/2018/5/layout/IconCircleLabelList"/>
    <dgm:cxn modelId="{C7C1A9EE-0D33-4D1B-9F3A-6964896CAF51}" type="presParOf" srcId="{F7FDBCA6-0FD3-4ABF-8539-29618846F05E}" destId="{24B26B52-D5AA-424E-B7BE-348C5E3A9FBB}" srcOrd="1" destOrd="0" presId="urn:microsoft.com/office/officeart/2018/5/layout/IconCircleLabelList"/>
    <dgm:cxn modelId="{C9363B4C-0DAE-4595-ABFC-8BB749757DB1}" type="presParOf" srcId="{F7FDBCA6-0FD3-4ABF-8539-29618846F05E}" destId="{0B4EE3CF-2985-49AB-BD80-816825216B53}" srcOrd="2" destOrd="0" presId="urn:microsoft.com/office/officeart/2018/5/layout/IconCircleLabelList"/>
    <dgm:cxn modelId="{AFCB0604-AA9D-40DA-9646-E792EF3B4284}" type="presParOf" srcId="{F7FDBCA6-0FD3-4ABF-8539-29618846F05E}" destId="{EABB8A1E-F110-403D-BF53-F1AF02CF992C}" srcOrd="3" destOrd="0" presId="urn:microsoft.com/office/officeart/2018/5/layout/IconCircleLabelList"/>
    <dgm:cxn modelId="{AEF7F153-597D-4C6D-9246-605D08A384EB}" type="presParOf" srcId="{85B93274-2058-4F84-B20B-E267D98B0587}" destId="{084CF059-9FA4-4A3C-B15D-9D6BC71A2AB2}" srcOrd="3" destOrd="0" presId="urn:microsoft.com/office/officeart/2018/5/layout/IconCircleLabelList"/>
    <dgm:cxn modelId="{58251114-3A09-460E-ACA7-C7CF14E7C9F4}" type="presParOf" srcId="{85B93274-2058-4F84-B20B-E267D98B0587}" destId="{9177C5C3-6C60-4E71-B5FB-F50BD0209CC1}" srcOrd="4" destOrd="0" presId="urn:microsoft.com/office/officeart/2018/5/layout/IconCircleLabelList"/>
    <dgm:cxn modelId="{3AEAC14B-B5FB-4910-ACB9-383F5FCA01A6}" type="presParOf" srcId="{9177C5C3-6C60-4E71-B5FB-F50BD0209CC1}" destId="{951FE2F3-507D-431B-8ECB-DAA7FC6A57F7}" srcOrd="0" destOrd="0" presId="urn:microsoft.com/office/officeart/2018/5/layout/IconCircleLabelList"/>
    <dgm:cxn modelId="{2CBF0AED-0B5A-4795-9E42-8F6E9DADA136}" type="presParOf" srcId="{9177C5C3-6C60-4E71-B5FB-F50BD0209CC1}" destId="{68C88B3A-FE26-4E02-8059-15FE5B57E12C}" srcOrd="1" destOrd="0" presId="urn:microsoft.com/office/officeart/2018/5/layout/IconCircleLabelList"/>
    <dgm:cxn modelId="{C1D6BF2C-E430-4A31-BADA-40A35F9794A9}" type="presParOf" srcId="{9177C5C3-6C60-4E71-B5FB-F50BD0209CC1}" destId="{4EE2734A-261B-4207-BBEC-50599AE7BF07}" srcOrd="2" destOrd="0" presId="urn:microsoft.com/office/officeart/2018/5/layout/IconCircleLabelList"/>
    <dgm:cxn modelId="{0F25181A-B189-4935-911D-30CB2B4B0EB1}" type="presParOf" srcId="{9177C5C3-6C60-4E71-B5FB-F50BD0209CC1}" destId="{896B3D0F-9480-4592-A823-39D05452277F}" srcOrd="3" destOrd="0" presId="urn:microsoft.com/office/officeart/2018/5/layout/IconCircleLabelList"/>
    <dgm:cxn modelId="{350519BC-F915-4D8B-8D76-F8892E686631}" type="presParOf" srcId="{85B93274-2058-4F84-B20B-E267D98B0587}" destId="{DF8F1468-9EBB-4936-B105-892A9A6EE053}" srcOrd="5" destOrd="0" presId="urn:microsoft.com/office/officeart/2018/5/layout/IconCircleLabelList"/>
    <dgm:cxn modelId="{10564196-4D58-47B7-9C50-196828802D6E}" type="presParOf" srcId="{85B93274-2058-4F84-B20B-E267D98B0587}" destId="{24F635C2-8515-442C-9333-D2C02213A54A}" srcOrd="6" destOrd="0" presId="urn:microsoft.com/office/officeart/2018/5/layout/IconCircleLabelList"/>
    <dgm:cxn modelId="{1114AD71-87FB-40A2-B4EC-BFEBDC4F64E3}" type="presParOf" srcId="{24F635C2-8515-442C-9333-D2C02213A54A}" destId="{9383A0DC-6EE8-4FB1-837E-F7508A242D16}" srcOrd="0" destOrd="0" presId="urn:microsoft.com/office/officeart/2018/5/layout/IconCircleLabelList"/>
    <dgm:cxn modelId="{00947183-C4C0-46A3-B124-B78AFE92CFDE}" type="presParOf" srcId="{24F635C2-8515-442C-9333-D2C02213A54A}" destId="{22823D54-3778-459C-A445-F0F30CCB34E6}" srcOrd="1" destOrd="0" presId="urn:microsoft.com/office/officeart/2018/5/layout/IconCircleLabelList"/>
    <dgm:cxn modelId="{D4C5CCB6-1EC8-49D9-9268-65BD24D5FBD7}" type="presParOf" srcId="{24F635C2-8515-442C-9333-D2C02213A54A}" destId="{064917DF-4FE8-492E-B1AD-FC82FA99C42E}" srcOrd="2" destOrd="0" presId="urn:microsoft.com/office/officeart/2018/5/layout/IconCircleLabelList"/>
    <dgm:cxn modelId="{7454626A-E259-40BC-96EF-B0696142E4A3}" type="presParOf" srcId="{24F635C2-8515-442C-9333-D2C02213A54A}" destId="{55F5C132-8ABB-45AB-AB9A-A957F0D05FC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18AB1A-03C5-487C-9267-F173AD2AE9C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16B383A4-0A3B-4D3E-A854-41C6FBBC04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weekly or bi-weekly rotations</a:t>
          </a:r>
        </a:p>
      </dgm:t>
    </dgm:pt>
    <dgm:pt modelId="{5883FE59-B313-43C5-8771-D4B4C708BA54}" type="parTrans" cxnId="{6F9C6336-B3C8-4AF7-9CE0-AE2D515B4A04}">
      <dgm:prSet/>
      <dgm:spPr/>
      <dgm:t>
        <a:bodyPr/>
        <a:lstStyle/>
        <a:p>
          <a:endParaRPr lang="en-US"/>
        </a:p>
      </dgm:t>
    </dgm:pt>
    <dgm:pt modelId="{20EB7658-56F3-4872-9FED-6D6B72CAFCAE}" type="sibTrans" cxnId="{6F9C6336-B3C8-4AF7-9CE0-AE2D515B4A04}">
      <dgm:prSet/>
      <dgm:spPr/>
      <dgm:t>
        <a:bodyPr/>
        <a:lstStyle/>
        <a:p>
          <a:endParaRPr lang="en-US"/>
        </a:p>
      </dgm:t>
    </dgm:pt>
    <dgm:pt modelId="{5CD1093D-1F61-4FBF-AA66-900A66D871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Distribute on-call duties evenly across the team</a:t>
          </a:r>
        </a:p>
      </dgm:t>
    </dgm:pt>
    <dgm:pt modelId="{6AE7D6F4-52A9-47AF-84DC-FFD92C082E62}" type="parTrans" cxnId="{48B07E96-6B2E-4D30-9BA1-E912348D00F0}">
      <dgm:prSet/>
      <dgm:spPr/>
      <dgm:t>
        <a:bodyPr/>
        <a:lstStyle/>
        <a:p>
          <a:endParaRPr lang="en-US"/>
        </a:p>
      </dgm:t>
    </dgm:pt>
    <dgm:pt modelId="{AF4B0267-94EB-4533-9CE0-8221F8C0FB28}" type="sibTrans" cxnId="{48B07E96-6B2E-4D30-9BA1-E912348D00F0}">
      <dgm:prSet/>
      <dgm:spPr/>
      <dgm:t>
        <a:bodyPr/>
        <a:lstStyle/>
        <a:p>
          <a:endParaRPr lang="en-US"/>
        </a:p>
      </dgm:t>
    </dgm:pt>
    <dgm:pt modelId="{12160788-21A4-4168-9575-189ABD7483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Publish schedules in advance</a:t>
          </a:r>
        </a:p>
      </dgm:t>
    </dgm:pt>
    <dgm:pt modelId="{83406679-A2E2-4544-B317-15882E451BBF}" type="parTrans" cxnId="{DA5441E5-0B8A-491F-8E6B-F08F1A501930}">
      <dgm:prSet/>
      <dgm:spPr/>
      <dgm:t>
        <a:bodyPr/>
        <a:lstStyle/>
        <a:p>
          <a:endParaRPr lang="en-US"/>
        </a:p>
      </dgm:t>
    </dgm:pt>
    <dgm:pt modelId="{3B0A21FB-4FCF-45FC-9741-89A63B12C474}" type="sibTrans" cxnId="{DA5441E5-0B8A-491F-8E6B-F08F1A501930}">
      <dgm:prSet/>
      <dgm:spPr/>
      <dgm:t>
        <a:bodyPr/>
        <a:lstStyle/>
        <a:p>
          <a:endParaRPr lang="en-US"/>
        </a:p>
      </dgm:t>
    </dgm:pt>
    <dgm:pt modelId="{335E4A1D-6171-47AB-AEA0-4D42F8C308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Avoid assigning back-to-back rotations when possible</a:t>
          </a:r>
        </a:p>
      </dgm:t>
    </dgm:pt>
    <dgm:pt modelId="{69A11040-25AB-4356-8620-0D90202D1770}" type="parTrans" cxnId="{62F9658C-AC19-4563-902D-A14669D8732A}">
      <dgm:prSet/>
      <dgm:spPr/>
      <dgm:t>
        <a:bodyPr/>
        <a:lstStyle/>
        <a:p>
          <a:endParaRPr lang="en-US"/>
        </a:p>
      </dgm:t>
    </dgm:pt>
    <dgm:pt modelId="{791ADE13-BB1F-4728-8A5C-90F8BCB645FC}" type="sibTrans" cxnId="{62F9658C-AC19-4563-902D-A14669D8732A}">
      <dgm:prSet/>
      <dgm:spPr/>
      <dgm:t>
        <a:bodyPr/>
        <a:lstStyle/>
        <a:p>
          <a:endParaRPr lang="en-US"/>
        </a:p>
      </dgm:t>
    </dgm:pt>
    <dgm:pt modelId="{0EDBF677-A8A7-4ADF-9530-21476F7A966A}" type="pres">
      <dgm:prSet presAssocID="{5D18AB1A-03C5-487C-9267-F173AD2AE9CF}" presName="root" presStyleCnt="0">
        <dgm:presLayoutVars>
          <dgm:dir/>
          <dgm:resizeHandles val="exact"/>
        </dgm:presLayoutVars>
      </dgm:prSet>
      <dgm:spPr/>
    </dgm:pt>
    <dgm:pt modelId="{0E4FF854-C42D-48C6-9D13-B12DC6E952CF}" type="pres">
      <dgm:prSet presAssocID="{16B383A4-0A3B-4D3E-A854-41C6FBBC043C}" presName="compNode" presStyleCnt="0"/>
      <dgm:spPr/>
    </dgm:pt>
    <dgm:pt modelId="{21EE8517-DD76-4593-A8B0-BEEED9A5BDD8}" type="pres">
      <dgm:prSet presAssocID="{16B383A4-0A3B-4D3E-A854-41C6FBBC043C}" presName="bgRect" presStyleLbl="bgShp" presStyleIdx="0" presStyleCnt="4"/>
      <dgm:spPr/>
    </dgm:pt>
    <dgm:pt modelId="{6A6DDDA3-5494-429D-B414-435F3C400D31}" type="pres">
      <dgm:prSet presAssocID="{16B383A4-0A3B-4D3E-A854-41C6FBBC043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751F9EA8-F756-458C-9A41-FBE696E9B04B}" type="pres">
      <dgm:prSet presAssocID="{16B383A4-0A3B-4D3E-A854-41C6FBBC043C}" presName="spaceRect" presStyleCnt="0"/>
      <dgm:spPr/>
    </dgm:pt>
    <dgm:pt modelId="{056822BF-7F00-4DF5-AF66-AFB261C19BC5}" type="pres">
      <dgm:prSet presAssocID="{16B383A4-0A3B-4D3E-A854-41C6FBBC043C}" presName="parTx" presStyleLbl="revTx" presStyleIdx="0" presStyleCnt="4">
        <dgm:presLayoutVars>
          <dgm:chMax val="0"/>
          <dgm:chPref val="0"/>
        </dgm:presLayoutVars>
      </dgm:prSet>
      <dgm:spPr/>
    </dgm:pt>
    <dgm:pt modelId="{7FC2042F-A097-4766-B545-C32E6269387B}" type="pres">
      <dgm:prSet presAssocID="{20EB7658-56F3-4872-9FED-6D6B72CAFCAE}" presName="sibTrans" presStyleCnt="0"/>
      <dgm:spPr/>
    </dgm:pt>
    <dgm:pt modelId="{A18781AE-4784-4EFA-A4E5-4CF712C02777}" type="pres">
      <dgm:prSet presAssocID="{5CD1093D-1F61-4FBF-AA66-900A66D87169}" presName="compNode" presStyleCnt="0"/>
      <dgm:spPr/>
    </dgm:pt>
    <dgm:pt modelId="{8054EC42-E549-412C-B6F4-F248398708A8}" type="pres">
      <dgm:prSet presAssocID="{5CD1093D-1F61-4FBF-AA66-900A66D87169}" presName="bgRect" presStyleLbl="bgShp" presStyleIdx="1" presStyleCnt="4"/>
      <dgm:spPr/>
    </dgm:pt>
    <dgm:pt modelId="{783F54FD-B064-45EF-9DE1-68A217E9D43A}" type="pres">
      <dgm:prSet presAssocID="{5CD1093D-1F61-4FBF-AA66-900A66D8716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AE91B1A3-9C1B-40E3-B5BA-8DD911D82F5D}" type="pres">
      <dgm:prSet presAssocID="{5CD1093D-1F61-4FBF-AA66-900A66D87169}" presName="spaceRect" presStyleCnt="0"/>
      <dgm:spPr/>
    </dgm:pt>
    <dgm:pt modelId="{5EA2D795-D12A-4D4F-B4E0-3A98ED90713F}" type="pres">
      <dgm:prSet presAssocID="{5CD1093D-1F61-4FBF-AA66-900A66D87169}" presName="parTx" presStyleLbl="revTx" presStyleIdx="1" presStyleCnt="4">
        <dgm:presLayoutVars>
          <dgm:chMax val="0"/>
          <dgm:chPref val="0"/>
        </dgm:presLayoutVars>
      </dgm:prSet>
      <dgm:spPr/>
    </dgm:pt>
    <dgm:pt modelId="{1406BB9A-5DA0-48C6-BF63-B92C80406FDE}" type="pres">
      <dgm:prSet presAssocID="{AF4B0267-94EB-4533-9CE0-8221F8C0FB28}" presName="sibTrans" presStyleCnt="0"/>
      <dgm:spPr/>
    </dgm:pt>
    <dgm:pt modelId="{ED0C5953-394B-4647-8732-EE4118D711C5}" type="pres">
      <dgm:prSet presAssocID="{12160788-21A4-4168-9575-189ABD748315}" presName="compNode" presStyleCnt="0"/>
      <dgm:spPr/>
    </dgm:pt>
    <dgm:pt modelId="{24732047-3B55-4E40-8E77-BD3CBF08B1ED}" type="pres">
      <dgm:prSet presAssocID="{12160788-21A4-4168-9575-189ABD748315}" presName="bgRect" presStyleLbl="bgShp" presStyleIdx="2" presStyleCnt="4"/>
      <dgm:spPr/>
    </dgm:pt>
    <dgm:pt modelId="{6DFFE382-740F-453A-A090-0B27E3DB0563}" type="pres">
      <dgm:prSet presAssocID="{12160788-21A4-4168-9575-189ABD74831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C7A91DDB-A586-4D5B-9F0C-57B93D2378AD}" type="pres">
      <dgm:prSet presAssocID="{12160788-21A4-4168-9575-189ABD748315}" presName="spaceRect" presStyleCnt="0"/>
      <dgm:spPr/>
    </dgm:pt>
    <dgm:pt modelId="{8C7A2406-C5C9-4798-AD85-B971B6275852}" type="pres">
      <dgm:prSet presAssocID="{12160788-21A4-4168-9575-189ABD748315}" presName="parTx" presStyleLbl="revTx" presStyleIdx="2" presStyleCnt="4">
        <dgm:presLayoutVars>
          <dgm:chMax val="0"/>
          <dgm:chPref val="0"/>
        </dgm:presLayoutVars>
      </dgm:prSet>
      <dgm:spPr/>
    </dgm:pt>
    <dgm:pt modelId="{6CF39BDA-2E8C-4E99-B021-88A22102E641}" type="pres">
      <dgm:prSet presAssocID="{3B0A21FB-4FCF-45FC-9741-89A63B12C474}" presName="sibTrans" presStyleCnt="0"/>
      <dgm:spPr/>
    </dgm:pt>
    <dgm:pt modelId="{BF255C47-11B7-40C1-B2B1-B4BB8681D3F2}" type="pres">
      <dgm:prSet presAssocID="{335E4A1D-6171-47AB-AEA0-4D42F8C30849}" presName="compNode" presStyleCnt="0"/>
      <dgm:spPr/>
    </dgm:pt>
    <dgm:pt modelId="{144CF232-1B95-4079-A5AF-41AF509CFAF6}" type="pres">
      <dgm:prSet presAssocID="{335E4A1D-6171-47AB-AEA0-4D42F8C30849}" presName="bgRect" presStyleLbl="bgShp" presStyleIdx="3" presStyleCnt="4"/>
      <dgm:spPr/>
    </dgm:pt>
    <dgm:pt modelId="{2AAE8F12-2EAA-41BA-9FC5-32DBE4799522}" type="pres">
      <dgm:prSet presAssocID="{335E4A1D-6171-47AB-AEA0-4D42F8C3084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ginning"/>
        </a:ext>
      </dgm:extLst>
    </dgm:pt>
    <dgm:pt modelId="{3E6EF91A-571A-4069-9D1C-DC60BE0BC9F0}" type="pres">
      <dgm:prSet presAssocID="{335E4A1D-6171-47AB-AEA0-4D42F8C30849}" presName="spaceRect" presStyleCnt="0"/>
      <dgm:spPr/>
    </dgm:pt>
    <dgm:pt modelId="{3CE45E7D-ABF4-4408-8CC2-C5F2F3BB380B}" type="pres">
      <dgm:prSet presAssocID="{335E4A1D-6171-47AB-AEA0-4D42F8C3084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F9C6336-B3C8-4AF7-9CE0-AE2D515B4A04}" srcId="{5D18AB1A-03C5-487C-9267-F173AD2AE9CF}" destId="{16B383A4-0A3B-4D3E-A854-41C6FBBC043C}" srcOrd="0" destOrd="0" parTransId="{5883FE59-B313-43C5-8771-D4B4C708BA54}" sibTransId="{20EB7658-56F3-4872-9FED-6D6B72CAFCAE}"/>
    <dgm:cxn modelId="{E14BC547-D92B-42F4-8508-A328475C9AD8}" type="presOf" srcId="{5D18AB1A-03C5-487C-9267-F173AD2AE9CF}" destId="{0EDBF677-A8A7-4ADF-9530-21476F7A966A}" srcOrd="0" destOrd="0" presId="urn:microsoft.com/office/officeart/2018/2/layout/IconVerticalSolidList"/>
    <dgm:cxn modelId="{62F9658C-AC19-4563-902D-A14669D8732A}" srcId="{5D18AB1A-03C5-487C-9267-F173AD2AE9CF}" destId="{335E4A1D-6171-47AB-AEA0-4D42F8C30849}" srcOrd="3" destOrd="0" parTransId="{69A11040-25AB-4356-8620-0D90202D1770}" sibTransId="{791ADE13-BB1F-4728-8A5C-90F8BCB645FC}"/>
    <dgm:cxn modelId="{48B07E96-6B2E-4D30-9BA1-E912348D00F0}" srcId="{5D18AB1A-03C5-487C-9267-F173AD2AE9CF}" destId="{5CD1093D-1F61-4FBF-AA66-900A66D87169}" srcOrd="1" destOrd="0" parTransId="{6AE7D6F4-52A9-47AF-84DC-FFD92C082E62}" sibTransId="{AF4B0267-94EB-4533-9CE0-8221F8C0FB28}"/>
    <dgm:cxn modelId="{8AA8A9BC-0462-4619-B89F-6337D35FA157}" type="presOf" srcId="{5CD1093D-1F61-4FBF-AA66-900A66D87169}" destId="{5EA2D795-D12A-4D4F-B4E0-3A98ED90713F}" srcOrd="0" destOrd="0" presId="urn:microsoft.com/office/officeart/2018/2/layout/IconVerticalSolidList"/>
    <dgm:cxn modelId="{41F2A2C7-518F-4F6F-9655-31D5B17AE4CC}" type="presOf" srcId="{16B383A4-0A3B-4D3E-A854-41C6FBBC043C}" destId="{056822BF-7F00-4DF5-AF66-AFB261C19BC5}" srcOrd="0" destOrd="0" presId="urn:microsoft.com/office/officeart/2018/2/layout/IconVerticalSolidList"/>
    <dgm:cxn modelId="{6E500BD0-0EA8-44A8-9BF9-102F88CCA13E}" type="presOf" srcId="{12160788-21A4-4168-9575-189ABD748315}" destId="{8C7A2406-C5C9-4798-AD85-B971B6275852}" srcOrd="0" destOrd="0" presId="urn:microsoft.com/office/officeart/2018/2/layout/IconVerticalSolidList"/>
    <dgm:cxn modelId="{DA5441E5-0B8A-491F-8E6B-F08F1A501930}" srcId="{5D18AB1A-03C5-487C-9267-F173AD2AE9CF}" destId="{12160788-21A4-4168-9575-189ABD748315}" srcOrd="2" destOrd="0" parTransId="{83406679-A2E2-4544-B317-15882E451BBF}" sibTransId="{3B0A21FB-4FCF-45FC-9741-89A63B12C474}"/>
    <dgm:cxn modelId="{5F6666FB-26F5-4EA2-BD20-3260565EDF08}" type="presOf" srcId="{335E4A1D-6171-47AB-AEA0-4D42F8C30849}" destId="{3CE45E7D-ABF4-4408-8CC2-C5F2F3BB380B}" srcOrd="0" destOrd="0" presId="urn:microsoft.com/office/officeart/2018/2/layout/IconVerticalSolidList"/>
    <dgm:cxn modelId="{0E3B548D-669B-4576-B750-E825C87C4F9E}" type="presParOf" srcId="{0EDBF677-A8A7-4ADF-9530-21476F7A966A}" destId="{0E4FF854-C42D-48C6-9D13-B12DC6E952CF}" srcOrd="0" destOrd="0" presId="urn:microsoft.com/office/officeart/2018/2/layout/IconVerticalSolidList"/>
    <dgm:cxn modelId="{5D07F420-F106-40C0-9B8A-5F0E99C8F06C}" type="presParOf" srcId="{0E4FF854-C42D-48C6-9D13-B12DC6E952CF}" destId="{21EE8517-DD76-4593-A8B0-BEEED9A5BDD8}" srcOrd="0" destOrd="0" presId="urn:microsoft.com/office/officeart/2018/2/layout/IconVerticalSolidList"/>
    <dgm:cxn modelId="{56ACBE8E-9492-4401-9E7C-B20F6A073DD3}" type="presParOf" srcId="{0E4FF854-C42D-48C6-9D13-B12DC6E952CF}" destId="{6A6DDDA3-5494-429D-B414-435F3C400D31}" srcOrd="1" destOrd="0" presId="urn:microsoft.com/office/officeart/2018/2/layout/IconVerticalSolidList"/>
    <dgm:cxn modelId="{19AF5E0C-7A06-4C68-A4FB-1099FC3237DD}" type="presParOf" srcId="{0E4FF854-C42D-48C6-9D13-B12DC6E952CF}" destId="{751F9EA8-F756-458C-9A41-FBE696E9B04B}" srcOrd="2" destOrd="0" presId="urn:microsoft.com/office/officeart/2018/2/layout/IconVerticalSolidList"/>
    <dgm:cxn modelId="{4A0291DE-3D53-41C3-B572-FA5F65ED4C70}" type="presParOf" srcId="{0E4FF854-C42D-48C6-9D13-B12DC6E952CF}" destId="{056822BF-7F00-4DF5-AF66-AFB261C19BC5}" srcOrd="3" destOrd="0" presId="urn:microsoft.com/office/officeart/2018/2/layout/IconVerticalSolidList"/>
    <dgm:cxn modelId="{C75B3151-8E61-4C7F-AEBB-FDB3735F6F98}" type="presParOf" srcId="{0EDBF677-A8A7-4ADF-9530-21476F7A966A}" destId="{7FC2042F-A097-4766-B545-C32E6269387B}" srcOrd="1" destOrd="0" presId="urn:microsoft.com/office/officeart/2018/2/layout/IconVerticalSolidList"/>
    <dgm:cxn modelId="{138932EF-EE1C-4ACE-A044-2A242AE1E038}" type="presParOf" srcId="{0EDBF677-A8A7-4ADF-9530-21476F7A966A}" destId="{A18781AE-4784-4EFA-A4E5-4CF712C02777}" srcOrd="2" destOrd="0" presId="urn:microsoft.com/office/officeart/2018/2/layout/IconVerticalSolidList"/>
    <dgm:cxn modelId="{3916B7F6-038F-4013-856F-BFDA513AD5F1}" type="presParOf" srcId="{A18781AE-4784-4EFA-A4E5-4CF712C02777}" destId="{8054EC42-E549-412C-B6F4-F248398708A8}" srcOrd="0" destOrd="0" presId="urn:microsoft.com/office/officeart/2018/2/layout/IconVerticalSolidList"/>
    <dgm:cxn modelId="{37550ADC-BB85-4083-9EFF-2EFFAF9A7079}" type="presParOf" srcId="{A18781AE-4784-4EFA-A4E5-4CF712C02777}" destId="{783F54FD-B064-45EF-9DE1-68A217E9D43A}" srcOrd="1" destOrd="0" presId="urn:microsoft.com/office/officeart/2018/2/layout/IconVerticalSolidList"/>
    <dgm:cxn modelId="{5CA541C5-B41E-4B58-A37A-0C3F775D6475}" type="presParOf" srcId="{A18781AE-4784-4EFA-A4E5-4CF712C02777}" destId="{AE91B1A3-9C1B-40E3-B5BA-8DD911D82F5D}" srcOrd="2" destOrd="0" presId="urn:microsoft.com/office/officeart/2018/2/layout/IconVerticalSolidList"/>
    <dgm:cxn modelId="{25A32FA8-EB34-4860-AA4B-1FD2371F5F13}" type="presParOf" srcId="{A18781AE-4784-4EFA-A4E5-4CF712C02777}" destId="{5EA2D795-D12A-4D4F-B4E0-3A98ED90713F}" srcOrd="3" destOrd="0" presId="urn:microsoft.com/office/officeart/2018/2/layout/IconVerticalSolidList"/>
    <dgm:cxn modelId="{5C1D4BE0-212E-4CB7-A92A-8DC34AD208D5}" type="presParOf" srcId="{0EDBF677-A8A7-4ADF-9530-21476F7A966A}" destId="{1406BB9A-5DA0-48C6-BF63-B92C80406FDE}" srcOrd="3" destOrd="0" presId="urn:microsoft.com/office/officeart/2018/2/layout/IconVerticalSolidList"/>
    <dgm:cxn modelId="{AE0DEDF4-D33E-4529-ABBE-CF331CB7E328}" type="presParOf" srcId="{0EDBF677-A8A7-4ADF-9530-21476F7A966A}" destId="{ED0C5953-394B-4647-8732-EE4118D711C5}" srcOrd="4" destOrd="0" presId="urn:microsoft.com/office/officeart/2018/2/layout/IconVerticalSolidList"/>
    <dgm:cxn modelId="{1DE445D4-CFAE-42D9-86B0-05785771AFA9}" type="presParOf" srcId="{ED0C5953-394B-4647-8732-EE4118D711C5}" destId="{24732047-3B55-4E40-8E77-BD3CBF08B1ED}" srcOrd="0" destOrd="0" presId="urn:microsoft.com/office/officeart/2018/2/layout/IconVerticalSolidList"/>
    <dgm:cxn modelId="{B5BFEC4A-E9E4-44A0-8109-857CB4A55913}" type="presParOf" srcId="{ED0C5953-394B-4647-8732-EE4118D711C5}" destId="{6DFFE382-740F-453A-A090-0B27E3DB0563}" srcOrd="1" destOrd="0" presId="urn:microsoft.com/office/officeart/2018/2/layout/IconVerticalSolidList"/>
    <dgm:cxn modelId="{2DDFFD87-B703-47F0-8D2A-87F24F980EE1}" type="presParOf" srcId="{ED0C5953-394B-4647-8732-EE4118D711C5}" destId="{C7A91DDB-A586-4D5B-9F0C-57B93D2378AD}" srcOrd="2" destOrd="0" presId="urn:microsoft.com/office/officeart/2018/2/layout/IconVerticalSolidList"/>
    <dgm:cxn modelId="{E6730C1F-016D-4647-B2D2-BDC4622CC92E}" type="presParOf" srcId="{ED0C5953-394B-4647-8732-EE4118D711C5}" destId="{8C7A2406-C5C9-4798-AD85-B971B6275852}" srcOrd="3" destOrd="0" presId="urn:microsoft.com/office/officeart/2018/2/layout/IconVerticalSolidList"/>
    <dgm:cxn modelId="{3146D183-2264-4771-96D5-8627975D66C2}" type="presParOf" srcId="{0EDBF677-A8A7-4ADF-9530-21476F7A966A}" destId="{6CF39BDA-2E8C-4E99-B021-88A22102E641}" srcOrd="5" destOrd="0" presId="urn:microsoft.com/office/officeart/2018/2/layout/IconVerticalSolidList"/>
    <dgm:cxn modelId="{8042FD17-7047-4CD9-9E88-D11E4765705D}" type="presParOf" srcId="{0EDBF677-A8A7-4ADF-9530-21476F7A966A}" destId="{BF255C47-11B7-40C1-B2B1-B4BB8681D3F2}" srcOrd="6" destOrd="0" presId="urn:microsoft.com/office/officeart/2018/2/layout/IconVerticalSolidList"/>
    <dgm:cxn modelId="{FF243DFB-E0CF-4A85-853C-06B1D72DE574}" type="presParOf" srcId="{BF255C47-11B7-40C1-B2B1-B4BB8681D3F2}" destId="{144CF232-1B95-4079-A5AF-41AF509CFAF6}" srcOrd="0" destOrd="0" presId="urn:microsoft.com/office/officeart/2018/2/layout/IconVerticalSolidList"/>
    <dgm:cxn modelId="{2B82A4A3-71A5-4DEC-83F7-60B692BA3020}" type="presParOf" srcId="{BF255C47-11B7-40C1-B2B1-B4BB8681D3F2}" destId="{2AAE8F12-2EAA-41BA-9FC5-32DBE4799522}" srcOrd="1" destOrd="0" presId="urn:microsoft.com/office/officeart/2018/2/layout/IconVerticalSolidList"/>
    <dgm:cxn modelId="{A86EDE82-DAE3-431E-ABA1-6CBF7A530474}" type="presParOf" srcId="{BF255C47-11B7-40C1-B2B1-B4BB8681D3F2}" destId="{3E6EF91A-571A-4069-9D1C-DC60BE0BC9F0}" srcOrd="2" destOrd="0" presId="urn:microsoft.com/office/officeart/2018/2/layout/IconVerticalSolidList"/>
    <dgm:cxn modelId="{701879D5-0753-4A3A-9AA2-0ACEE071DD6C}" type="presParOf" srcId="{BF255C47-11B7-40C1-B2B1-B4BB8681D3F2}" destId="{3CE45E7D-ABF4-4408-8CC2-C5F2F3BB380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B0F387-C48F-457C-85F1-77BCD17762D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49449E-229C-43A0-B82A-E7D479194E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Define expected response times (SLAs)</a:t>
          </a:r>
        </a:p>
      </dgm:t>
    </dgm:pt>
    <dgm:pt modelId="{C91FEC8B-0F6A-415D-8C94-89364A2CA16D}" type="parTrans" cxnId="{01475570-0E15-4B1C-B19C-07E88E639FFB}">
      <dgm:prSet/>
      <dgm:spPr/>
      <dgm:t>
        <a:bodyPr/>
        <a:lstStyle/>
        <a:p>
          <a:endParaRPr lang="en-US"/>
        </a:p>
      </dgm:t>
    </dgm:pt>
    <dgm:pt modelId="{536B1065-1382-4890-B196-CC1A5A961332}" type="sibTrans" cxnId="{01475570-0E15-4B1C-B19C-07E88E639FFB}">
      <dgm:prSet/>
      <dgm:spPr/>
      <dgm:t>
        <a:bodyPr/>
        <a:lstStyle/>
        <a:p>
          <a:endParaRPr lang="en-US"/>
        </a:p>
      </dgm:t>
    </dgm:pt>
    <dgm:pt modelId="{18C1B448-59BC-47E6-A07F-6C1102CE0B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Specify escalation paths for unresolved issues</a:t>
          </a:r>
        </a:p>
      </dgm:t>
    </dgm:pt>
    <dgm:pt modelId="{40AC3BF5-B56D-4304-BF18-41A07E803633}" type="parTrans" cxnId="{23356777-4144-4EF8-B733-4C65BE4DD443}">
      <dgm:prSet/>
      <dgm:spPr/>
      <dgm:t>
        <a:bodyPr/>
        <a:lstStyle/>
        <a:p>
          <a:endParaRPr lang="en-US"/>
        </a:p>
      </dgm:t>
    </dgm:pt>
    <dgm:pt modelId="{62A83274-9096-4906-B2D2-294D6E843A0D}" type="sibTrans" cxnId="{23356777-4144-4EF8-B733-4C65BE4DD443}">
      <dgm:prSet/>
      <dgm:spPr/>
      <dgm:t>
        <a:bodyPr/>
        <a:lstStyle/>
        <a:p>
          <a:endParaRPr lang="en-US"/>
        </a:p>
      </dgm:t>
    </dgm:pt>
    <dgm:pt modelId="{0C555B45-C574-4390-9D98-6266E818AF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Require proper incident documentation</a:t>
          </a:r>
        </a:p>
      </dgm:t>
    </dgm:pt>
    <dgm:pt modelId="{275F7EB2-E307-4B2E-8D5B-8AEC5E040479}" type="parTrans" cxnId="{7D17E721-580D-4A89-A090-5CF34738876B}">
      <dgm:prSet/>
      <dgm:spPr/>
      <dgm:t>
        <a:bodyPr/>
        <a:lstStyle/>
        <a:p>
          <a:endParaRPr lang="en-US"/>
        </a:p>
      </dgm:t>
    </dgm:pt>
    <dgm:pt modelId="{5646C0C9-A6D5-4316-810E-3C403EE24EEE}" type="sibTrans" cxnId="{7D17E721-580D-4A89-A090-5CF34738876B}">
      <dgm:prSet/>
      <dgm:spPr/>
      <dgm:t>
        <a:bodyPr/>
        <a:lstStyle/>
        <a:p>
          <a:endParaRPr lang="en-US"/>
        </a:p>
      </dgm:t>
    </dgm:pt>
    <dgm:pt modelId="{7448D75F-7732-4202-951B-DE786DE6D8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Ensure on-call engineers have system access and permissions</a:t>
          </a:r>
        </a:p>
      </dgm:t>
    </dgm:pt>
    <dgm:pt modelId="{25A5773E-EE27-4502-8B20-C86AA8C77D00}" type="parTrans" cxnId="{720F6396-295F-4D61-AED7-51BB0171E977}">
      <dgm:prSet/>
      <dgm:spPr/>
      <dgm:t>
        <a:bodyPr/>
        <a:lstStyle/>
        <a:p>
          <a:endParaRPr lang="en-US"/>
        </a:p>
      </dgm:t>
    </dgm:pt>
    <dgm:pt modelId="{F0C9D032-6AE5-4E59-9969-54161A59274F}" type="sibTrans" cxnId="{720F6396-295F-4D61-AED7-51BB0171E977}">
      <dgm:prSet/>
      <dgm:spPr/>
      <dgm:t>
        <a:bodyPr/>
        <a:lstStyle/>
        <a:p>
          <a:endParaRPr lang="en-US"/>
        </a:p>
      </dgm:t>
    </dgm:pt>
    <dgm:pt modelId="{9C29C8C1-2B9C-4324-A235-7B58A9F8E533}" type="pres">
      <dgm:prSet presAssocID="{F0B0F387-C48F-457C-85F1-77BCD17762D5}" presName="root" presStyleCnt="0">
        <dgm:presLayoutVars>
          <dgm:dir/>
          <dgm:resizeHandles val="exact"/>
        </dgm:presLayoutVars>
      </dgm:prSet>
      <dgm:spPr/>
    </dgm:pt>
    <dgm:pt modelId="{70993C7C-F446-448F-9C13-4DF2F0813104}" type="pres">
      <dgm:prSet presAssocID="{DA49449E-229C-43A0-B82A-E7D479194E68}" presName="compNode" presStyleCnt="0"/>
      <dgm:spPr/>
    </dgm:pt>
    <dgm:pt modelId="{EF1C28B6-0AAA-4A6E-AFD5-99C790E76438}" type="pres">
      <dgm:prSet presAssocID="{DA49449E-229C-43A0-B82A-E7D479194E68}" presName="bgRect" presStyleLbl="bgShp" presStyleIdx="0" presStyleCnt="4"/>
      <dgm:spPr/>
    </dgm:pt>
    <dgm:pt modelId="{01903D4C-47EF-42D2-A3E4-16B7CA46C771}" type="pres">
      <dgm:prSet presAssocID="{DA49449E-229C-43A0-B82A-E7D479194E6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1F588862-9270-45C0-B208-D7F500813ECE}" type="pres">
      <dgm:prSet presAssocID="{DA49449E-229C-43A0-B82A-E7D479194E68}" presName="spaceRect" presStyleCnt="0"/>
      <dgm:spPr/>
    </dgm:pt>
    <dgm:pt modelId="{E3E1ED19-754B-4528-91AE-EB15BF021087}" type="pres">
      <dgm:prSet presAssocID="{DA49449E-229C-43A0-B82A-E7D479194E68}" presName="parTx" presStyleLbl="revTx" presStyleIdx="0" presStyleCnt="4">
        <dgm:presLayoutVars>
          <dgm:chMax val="0"/>
          <dgm:chPref val="0"/>
        </dgm:presLayoutVars>
      </dgm:prSet>
      <dgm:spPr/>
    </dgm:pt>
    <dgm:pt modelId="{EF29039C-5C5E-4465-8511-2C209C281B10}" type="pres">
      <dgm:prSet presAssocID="{536B1065-1382-4890-B196-CC1A5A961332}" presName="sibTrans" presStyleCnt="0"/>
      <dgm:spPr/>
    </dgm:pt>
    <dgm:pt modelId="{BA70D0AD-BCE2-48FA-91FA-6A51F5EC5A07}" type="pres">
      <dgm:prSet presAssocID="{18C1B448-59BC-47E6-A07F-6C1102CE0BBB}" presName="compNode" presStyleCnt="0"/>
      <dgm:spPr/>
    </dgm:pt>
    <dgm:pt modelId="{4D18F298-8A4C-4E7E-B5D9-872392DF906E}" type="pres">
      <dgm:prSet presAssocID="{18C1B448-59BC-47E6-A07F-6C1102CE0BBB}" presName="bgRect" presStyleLbl="bgShp" presStyleIdx="1" presStyleCnt="4"/>
      <dgm:spPr/>
    </dgm:pt>
    <dgm:pt modelId="{90479B48-7437-45A7-BEBE-F680D7EB9D06}" type="pres">
      <dgm:prSet presAssocID="{18C1B448-59BC-47E6-A07F-6C1102CE0BB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D35A44C-A407-497A-BEA4-27E71D949DF8}" type="pres">
      <dgm:prSet presAssocID="{18C1B448-59BC-47E6-A07F-6C1102CE0BBB}" presName="spaceRect" presStyleCnt="0"/>
      <dgm:spPr/>
    </dgm:pt>
    <dgm:pt modelId="{2FE740C2-74DB-4682-BF4C-825C7C74E5F7}" type="pres">
      <dgm:prSet presAssocID="{18C1B448-59BC-47E6-A07F-6C1102CE0BBB}" presName="parTx" presStyleLbl="revTx" presStyleIdx="1" presStyleCnt="4">
        <dgm:presLayoutVars>
          <dgm:chMax val="0"/>
          <dgm:chPref val="0"/>
        </dgm:presLayoutVars>
      </dgm:prSet>
      <dgm:spPr/>
    </dgm:pt>
    <dgm:pt modelId="{7075584E-226E-475B-9B69-FBDB95C108F7}" type="pres">
      <dgm:prSet presAssocID="{62A83274-9096-4906-B2D2-294D6E843A0D}" presName="sibTrans" presStyleCnt="0"/>
      <dgm:spPr/>
    </dgm:pt>
    <dgm:pt modelId="{C17121F3-5D73-49D2-AD85-4E9D13D7130F}" type="pres">
      <dgm:prSet presAssocID="{0C555B45-C574-4390-9D98-6266E818AFE1}" presName="compNode" presStyleCnt="0"/>
      <dgm:spPr/>
    </dgm:pt>
    <dgm:pt modelId="{F085D8B8-5FAA-48A1-A6C9-674E0D7B03C6}" type="pres">
      <dgm:prSet presAssocID="{0C555B45-C574-4390-9D98-6266E818AFE1}" presName="bgRect" presStyleLbl="bgShp" presStyleIdx="2" presStyleCnt="4"/>
      <dgm:spPr/>
    </dgm:pt>
    <dgm:pt modelId="{F6DE8E8B-C30C-457C-8C60-5BAE16DA6E18}" type="pres">
      <dgm:prSet presAssocID="{0C555B45-C574-4390-9D98-6266E818AFE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61BBE939-24F4-4CE9-974B-F41802676604}" type="pres">
      <dgm:prSet presAssocID="{0C555B45-C574-4390-9D98-6266E818AFE1}" presName="spaceRect" presStyleCnt="0"/>
      <dgm:spPr/>
    </dgm:pt>
    <dgm:pt modelId="{627A2EA8-DF57-4800-ACAB-8D11547FA845}" type="pres">
      <dgm:prSet presAssocID="{0C555B45-C574-4390-9D98-6266E818AFE1}" presName="parTx" presStyleLbl="revTx" presStyleIdx="2" presStyleCnt="4">
        <dgm:presLayoutVars>
          <dgm:chMax val="0"/>
          <dgm:chPref val="0"/>
        </dgm:presLayoutVars>
      </dgm:prSet>
      <dgm:spPr/>
    </dgm:pt>
    <dgm:pt modelId="{5C95D766-EC30-4E42-AEA8-CCF2C994C515}" type="pres">
      <dgm:prSet presAssocID="{5646C0C9-A6D5-4316-810E-3C403EE24EEE}" presName="sibTrans" presStyleCnt="0"/>
      <dgm:spPr/>
    </dgm:pt>
    <dgm:pt modelId="{5A55F917-56DA-4706-A2E4-16441385D5C7}" type="pres">
      <dgm:prSet presAssocID="{7448D75F-7732-4202-951B-DE786DE6D8E5}" presName="compNode" presStyleCnt="0"/>
      <dgm:spPr/>
    </dgm:pt>
    <dgm:pt modelId="{1F6DCB2F-2E46-40D8-9F7E-61D02A42B77C}" type="pres">
      <dgm:prSet presAssocID="{7448D75F-7732-4202-951B-DE786DE6D8E5}" presName="bgRect" presStyleLbl="bgShp" presStyleIdx="3" presStyleCnt="4"/>
      <dgm:spPr/>
    </dgm:pt>
    <dgm:pt modelId="{AC0A9002-670A-4FEE-B84C-2DB68B91EFA1}" type="pres">
      <dgm:prSet presAssocID="{7448D75F-7732-4202-951B-DE786DE6D8E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19DF5F02-673F-4508-B216-7509177E026C}" type="pres">
      <dgm:prSet presAssocID="{7448D75F-7732-4202-951B-DE786DE6D8E5}" presName="spaceRect" presStyleCnt="0"/>
      <dgm:spPr/>
    </dgm:pt>
    <dgm:pt modelId="{4D66B053-95E2-4C21-9498-A8CAE557E4C1}" type="pres">
      <dgm:prSet presAssocID="{7448D75F-7732-4202-951B-DE786DE6D8E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D17E721-580D-4A89-A090-5CF34738876B}" srcId="{F0B0F387-C48F-457C-85F1-77BCD17762D5}" destId="{0C555B45-C574-4390-9D98-6266E818AFE1}" srcOrd="2" destOrd="0" parTransId="{275F7EB2-E307-4B2E-8D5B-8AEC5E040479}" sibTransId="{5646C0C9-A6D5-4316-810E-3C403EE24EEE}"/>
    <dgm:cxn modelId="{E43F5743-63CB-400B-BF18-BC86584BD607}" type="presOf" srcId="{F0B0F387-C48F-457C-85F1-77BCD17762D5}" destId="{9C29C8C1-2B9C-4324-A235-7B58A9F8E533}" srcOrd="0" destOrd="0" presId="urn:microsoft.com/office/officeart/2018/2/layout/IconVerticalSolidList"/>
    <dgm:cxn modelId="{01475570-0E15-4B1C-B19C-07E88E639FFB}" srcId="{F0B0F387-C48F-457C-85F1-77BCD17762D5}" destId="{DA49449E-229C-43A0-B82A-E7D479194E68}" srcOrd="0" destOrd="0" parTransId="{C91FEC8B-0F6A-415D-8C94-89364A2CA16D}" sibTransId="{536B1065-1382-4890-B196-CC1A5A961332}"/>
    <dgm:cxn modelId="{23356777-4144-4EF8-B733-4C65BE4DD443}" srcId="{F0B0F387-C48F-457C-85F1-77BCD17762D5}" destId="{18C1B448-59BC-47E6-A07F-6C1102CE0BBB}" srcOrd="1" destOrd="0" parTransId="{40AC3BF5-B56D-4304-BF18-41A07E803633}" sibTransId="{62A83274-9096-4906-B2D2-294D6E843A0D}"/>
    <dgm:cxn modelId="{720F6396-295F-4D61-AED7-51BB0171E977}" srcId="{F0B0F387-C48F-457C-85F1-77BCD17762D5}" destId="{7448D75F-7732-4202-951B-DE786DE6D8E5}" srcOrd="3" destOrd="0" parTransId="{25A5773E-EE27-4502-8B20-C86AA8C77D00}" sibTransId="{F0C9D032-6AE5-4E59-9969-54161A59274F}"/>
    <dgm:cxn modelId="{A537F8A5-9E7C-49A0-AE60-ACFCBAC8842D}" type="presOf" srcId="{7448D75F-7732-4202-951B-DE786DE6D8E5}" destId="{4D66B053-95E2-4C21-9498-A8CAE557E4C1}" srcOrd="0" destOrd="0" presId="urn:microsoft.com/office/officeart/2018/2/layout/IconVerticalSolidList"/>
    <dgm:cxn modelId="{54A1CFCE-8698-41EE-B329-45CB596568BE}" type="presOf" srcId="{DA49449E-229C-43A0-B82A-E7D479194E68}" destId="{E3E1ED19-754B-4528-91AE-EB15BF021087}" srcOrd="0" destOrd="0" presId="urn:microsoft.com/office/officeart/2018/2/layout/IconVerticalSolidList"/>
    <dgm:cxn modelId="{E92603DB-ACA9-4C1D-9F07-DCDBF0E7491A}" type="presOf" srcId="{0C555B45-C574-4390-9D98-6266E818AFE1}" destId="{627A2EA8-DF57-4800-ACAB-8D11547FA845}" srcOrd="0" destOrd="0" presId="urn:microsoft.com/office/officeart/2018/2/layout/IconVerticalSolidList"/>
    <dgm:cxn modelId="{7E9447EA-01ED-4672-9A38-B6826A0F12A4}" type="presOf" srcId="{18C1B448-59BC-47E6-A07F-6C1102CE0BBB}" destId="{2FE740C2-74DB-4682-BF4C-825C7C74E5F7}" srcOrd="0" destOrd="0" presId="urn:microsoft.com/office/officeart/2018/2/layout/IconVerticalSolidList"/>
    <dgm:cxn modelId="{EA1445C9-10D8-47A2-84AC-1ECD98A5C32A}" type="presParOf" srcId="{9C29C8C1-2B9C-4324-A235-7B58A9F8E533}" destId="{70993C7C-F446-448F-9C13-4DF2F0813104}" srcOrd="0" destOrd="0" presId="urn:microsoft.com/office/officeart/2018/2/layout/IconVerticalSolidList"/>
    <dgm:cxn modelId="{70BECFAB-4D65-424C-AEC0-C7D3B353309A}" type="presParOf" srcId="{70993C7C-F446-448F-9C13-4DF2F0813104}" destId="{EF1C28B6-0AAA-4A6E-AFD5-99C790E76438}" srcOrd="0" destOrd="0" presId="urn:microsoft.com/office/officeart/2018/2/layout/IconVerticalSolidList"/>
    <dgm:cxn modelId="{47D8754D-58E1-4C5C-AE1A-03D552D6639D}" type="presParOf" srcId="{70993C7C-F446-448F-9C13-4DF2F0813104}" destId="{01903D4C-47EF-42D2-A3E4-16B7CA46C771}" srcOrd="1" destOrd="0" presId="urn:microsoft.com/office/officeart/2018/2/layout/IconVerticalSolidList"/>
    <dgm:cxn modelId="{35A6068B-82BE-44F1-85A0-77D28B230E69}" type="presParOf" srcId="{70993C7C-F446-448F-9C13-4DF2F0813104}" destId="{1F588862-9270-45C0-B208-D7F500813ECE}" srcOrd="2" destOrd="0" presId="urn:microsoft.com/office/officeart/2018/2/layout/IconVerticalSolidList"/>
    <dgm:cxn modelId="{3D146114-6B77-4788-8225-28CA7BF4508B}" type="presParOf" srcId="{70993C7C-F446-448F-9C13-4DF2F0813104}" destId="{E3E1ED19-754B-4528-91AE-EB15BF021087}" srcOrd="3" destOrd="0" presId="urn:microsoft.com/office/officeart/2018/2/layout/IconVerticalSolidList"/>
    <dgm:cxn modelId="{6513D4FB-8350-496A-8A64-483115850342}" type="presParOf" srcId="{9C29C8C1-2B9C-4324-A235-7B58A9F8E533}" destId="{EF29039C-5C5E-4465-8511-2C209C281B10}" srcOrd="1" destOrd="0" presId="urn:microsoft.com/office/officeart/2018/2/layout/IconVerticalSolidList"/>
    <dgm:cxn modelId="{7F937CBA-0FF4-4CC2-BBDE-B1B199C30470}" type="presParOf" srcId="{9C29C8C1-2B9C-4324-A235-7B58A9F8E533}" destId="{BA70D0AD-BCE2-48FA-91FA-6A51F5EC5A07}" srcOrd="2" destOrd="0" presId="urn:microsoft.com/office/officeart/2018/2/layout/IconVerticalSolidList"/>
    <dgm:cxn modelId="{53585A61-B8AA-4D0B-AE83-659FF75A8D3A}" type="presParOf" srcId="{BA70D0AD-BCE2-48FA-91FA-6A51F5EC5A07}" destId="{4D18F298-8A4C-4E7E-B5D9-872392DF906E}" srcOrd="0" destOrd="0" presId="urn:microsoft.com/office/officeart/2018/2/layout/IconVerticalSolidList"/>
    <dgm:cxn modelId="{685E170E-9B15-47F2-8EB8-B2F4815B4FFE}" type="presParOf" srcId="{BA70D0AD-BCE2-48FA-91FA-6A51F5EC5A07}" destId="{90479B48-7437-45A7-BEBE-F680D7EB9D06}" srcOrd="1" destOrd="0" presId="urn:microsoft.com/office/officeart/2018/2/layout/IconVerticalSolidList"/>
    <dgm:cxn modelId="{8C4308EE-09D5-4C7C-BDC2-F4DF29E87434}" type="presParOf" srcId="{BA70D0AD-BCE2-48FA-91FA-6A51F5EC5A07}" destId="{BD35A44C-A407-497A-BEA4-27E71D949DF8}" srcOrd="2" destOrd="0" presId="urn:microsoft.com/office/officeart/2018/2/layout/IconVerticalSolidList"/>
    <dgm:cxn modelId="{56818881-D254-4755-A7CD-2228E7315911}" type="presParOf" srcId="{BA70D0AD-BCE2-48FA-91FA-6A51F5EC5A07}" destId="{2FE740C2-74DB-4682-BF4C-825C7C74E5F7}" srcOrd="3" destOrd="0" presId="urn:microsoft.com/office/officeart/2018/2/layout/IconVerticalSolidList"/>
    <dgm:cxn modelId="{10B0F6CD-8390-491A-AC44-67C4CAD43AC3}" type="presParOf" srcId="{9C29C8C1-2B9C-4324-A235-7B58A9F8E533}" destId="{7075584E-226E-475B-9B69-FBDB95C108F7}" srcOrd="3" destOrd="0" presId="urn:microsoft.com/office/officeart/2018/2/layout/IconVerticalSolidList"/>
    <dgm:cxn modelId="{9B725552-ADDF-4093-9CE5-0592E619A6E8}" type="presParOf" srcId="{9C29C8C1-2B9C-4324-A235-7B58A9F8E533}" destId="{C17121F3-5D73-49D2-AD85-4E9D13D7130F}" srcOrd="4" destOrd="0" presId="urn:microsoft.com/office/officeart/2018/2/layout/IconVerticalSolidList"/>
    <dgm:cxn modelId="{E0DE378A-7999-4351-8B07-594CC2B59531}" type="presParOf" srcId="{C17121F3-5D73-49D2-AD85-4E9D13D7130F}" destId="{F085D8B8-5FAA-48A1-A6C9-674E0D7B03C6}" srcOrd="0" destOrd="0" presId="urn:microsoft.com/office/officeart/2018/2/layout/IconVerticalSolidList"/>
    <dgm:cxn modelId="{503503AF-9342-40D6-AF62-6EF33D16D195}" type="presParOf" srcId="{C17121F3-5D73-49D2-AD85-4E9D13D7130F}" destId="{F6DE8E8B-C30C-457C-8C60-5BAE16DA6E18}" srcOrd="1" destOrd="0" presId="urn:microsoft.com/office/officeart/2018/2/layout/IconVerticalSolidList"/>
    <dgm:cxn modelId="{0B0598B1-BC83-407F-A88B-9C41919F0AF7}" type="presParOf" srcId="{C17121F3-5D73-49D2-AD85-4E9D13D7130F}" destId="{61BBE939-24F4-4CE9-974B-F41802676604}" srcOrd="2" destOrd="0" presId="urn:microsoft.com/office/officeart/2018/2/layout/IconVerticalSolidList"/>
    <dgm:cxn modelId="{9E56DEE5-4EB5-4B07-8789-7957B9F2B9C7}" type="presParOf" srcId="{C17121F3-5D73-49D2-AD85-4E9D13D7130F}" destId="{627A2EA8-DF57-4800-ACAB-8D11547FA845}" srcOrd="3" destOrd="0" presId="urn:microsoft.com/office/officeart/2018/2/layout/IconVerticalSolidList"/>
    <dgm:cxn modelId="{783279F9-957F-4F54-808E-4764A6A9BD11}" type="presParOf" srcId="{9C29C8C1-2B9C-4324-A235-7B58A9F8E533}" destId="{5C95D766-EC30-4E42-AEA8-CCF2C994C515}" srcOrd="5" destOrd="0" presId="urn:microsoft.com/office/officeart/2018/2/layout/IconVerticalSolidList"/>
    <dgm:cxn modelId="{AF88E4B3-C99B-44A3-AF8D-B2AB9B0FCDBC}" type="presParOf" srcId="{9C29C8C1-2B9C-4324-A235-7B58A9F8E533}" destId="{5A55F917-56DA-4706-A2E4-16441385D5C7}" srcOrd="6" destOrd="0" presId="urn:microsoft.com/office/officeart/2018/2/layout/IconVerticalSolidList"/>
    <dgm:cxn modelId="{2D182892-1002-496F-9363-E68B890D0480}" type="presParOf" srcId="{5A55F917-56DA-4706-A2E4-16441385D5C7}" destId="{1F6DCB2F-2E46-40D8-9F7E-61D02A42B77C}" srcOrd="0" destOrd="0" presId="urn:microsoft.com/office/officeart/2018/2/layout/IconVerticalSolidList"/>
    <dgm:cxn modelId="{F9C8E4E8-DC67-4B40-904D-C8766305D56E}" type="presParOf" srcId="{5A55F917-56DA-4706-A2E4-16441385D5C7}" destId="{AC0A9002-670A-4FEE-B84C-2DB68B91EFA1}" srcOrd="1" destOrd="0" presId="urn:microsoft.com/office/officeart/2018/2/layout/IconVerticalSolidList"/>
    <dgm:cxn modelId="{CB737424-5FC9-4880-8BD0-2883DBC5D59C}" type="presParOf" srcId="{5A55F917-56DA-4706-A2E4-16441385D5C7}" destId="{19DF5F02-673F-4508-B216-7509177E026C}" srcOrd="2" destOrd="0" presId="urn:microsoft.com/office/officeart/2018/2/layout/IconVerticalSolidList"/>
    <dgm:cxn modelId="{688D3E6E-2497-47E4-BAAF-4E01355EC66B}" type="presParOf" srcId="{5A55F917-56DA-4706-A2E4-16441385D5C7}" destId="{4D66B053-95E2-4C21-9498-A8CAE557E4C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98C9DA8-B3BE-43CB-9CF2-24752C8EFB49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619DB29-A9B4-4CD6-82DE-388181B16845}">
      <dgm:prSet/>
      <dgm:spPr/>
      <dgm:t>
        <a:bodyPr/>
        <a:lstStyle/>
        <a:p>
          <a:r>
            <a:rPr lang="en-US"/>
            <a:t>Use tools like PagerDuty or Opsgenie for alert management</a:t>
          </a:r>
        </a:p>
      </dgm:t>
    </dgm:pt>
    <dgm:pt modelId="{3AA746C3-05B5-4E81-848C-047E7A1AA0FB}" type="parTrans" cxnId="{4839C061-9D23-42F3-A673-933ED6A39FAF}">
      <dgm:prSet/>
      <dgm:spPr/>
      <dgm:t>
        <a:bodyPr/>
        <a:lstStyle/>
        <a:p>
          <a:endParaRPr lang="en-US"/>
        </a:p>
      </dgm:t>
    </dgm:pt>
    <dgm:pt modelId="{AF8F35B5-2914-4643-818B-36EF7F52C988}" type="sibTrans" cxnId="{4839C061-9D23-42F3-A673-933ED6A39FA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ACE9A6C-B081-4726-B4C2-110CD6050366}">
      <dgm:prSet/>
      <dgm:spPr/>
      <dgm:t>
        <a:bodyPr/>
        <a:lstStyle/>
        <a:p>
          <a:r>
            <a:rPr lang="en-US"/>
            <a:t>Route alerts based on severity and service impact</a:t>
          </a:r>
        </a:p>
      </dgm:t>
    </dgm:pt>
    <dgm:pt modelId="{8A322555-4233-44DE-BF11-4A853C854774}" type="parTrans" cxnId="{DF4E4A1B-A38F-4FDC-B92D-FCAEFD20ED1A}">
      <dgm:prSet/>
      <dgm:spPr/>
      <dgm:t>
        <a:bodyPr/>
        <a:lstStyle/>
        <a:p>
          <a:endParaRPr lang="en-US"/>
        </a:p>
      </dgm:t>
    </dgm:pt>
    <dgm:pt modelId="{3DF55683-8C88-4E0D-928A-75E98BA19121}" type="sibTrans" cxnId="{DF4E4A1B-A38F-4FDC-B92D-FCAEFD20ED1A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16A2C1A-C0C7-4775-A859-85EED60BC0C7}">
      <dgm:prSet/>
      <dgm:spPr/>
      <dgm:t>
        <a:bodyPr/>
        <a:lstStyle/>
        <a:p>
          <a:r>
            <a:rPr lang="en-US"/>
            <a:t>Integrate alerts with communication tools like Slack</a:t>
          </a:r>
        </a:p>
      </dgm:t>
    </dgm:pt>
    <dgm:pt modelId="{A0958C5D-2F8A-4B7A-B267-9560F4BA89CD}" type="parTrans" cxnId="{BD213B63-1DB2-489C-9F79-F38C9638578B}">
      <dgm:prSet/>
      <dgm:spPr/>
      <dgm:t>
        <a:bodyPr/>
        <a:lstStyle/>
        <a:p>
          <a:endParaRPr lang="en-US"/>
        </a:p>
      </dgm:t>
    </dgm:pt>
    <dgm:pt modelId="{3B18E234-848B-4BCB-9239-8C0461A4C894}" type="sibTrans" cxnId="{BD213B63-1DB2-489C-9F79-F38C9638578B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04AA6D2-2181-492A-AD17-3B4FFA2C770C}">
      <dgm:prSet/>
      <dgm:spPr/>
      <dgm:t>
        <a:bodyPr/>
        <a:lstStyle/>
        <a:p>
          <a:r>
            <a:rPr lang="en-US"/>
            <a:t>Automate low-risk recovery actions where possible</a:t>
          </a:r>
        </a:p>
      </dgm:t>
    </dgm:pt>
    <dgm:pt modelId="{9494D4D7-A4AA-47F3-99B3-D417746B557B}" type="parTrans" cxnId="{33D6D50A-FA68-4AE6-A45D-F9535440670A}">
      <dgm:prSet/>
      <dgm:spPr/>
      <dgm:t>
        <a:bodyPr/>
        <a:lstStyle/>
        <a:p>
          <a:endParaRPr lang="en-US"/>
        </a:p>
      </dgm:t>
    </dgm:pt>
    <dgm:pt modelId="{324D72C8-C0B1-4418-AE7D-06761858E770}" type="sibTrans" cxnId="{33D6D50A-FA68-4AE6-A45D-F9535440670A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1EBB1B5C-2B77-4ABA-9939-6B5A0BA6DAEB}" type="pres">
      <dgm:prSet presAssocID="{298C9DA8-B3BE-43CB-9CF2-24752C8EFB49}" presName="Name0" presStyleCnt="0">
        <dgm:presLayoutVars>
          <dgm:animLvl val="lvl"/>
          <dgm:resizeHandles val="exact"/>
        </dgm:presLayoutVars>
      </dgm:prSet>
      <dgm:spPr/>
    </dgm:pt>
    <dgm:pt modelId="{8D578DB7-C341-4D72-88B0-6199723201B1}" type="pres">
      <dgm:prSet presAssocID="{C619DB29-A9B4-4CD6-82DE-388181B16845}" presName="compositeNode" presStyleCnt="0">
        <dgm:presLayoutVars>
          <dgm:bulletEnabled val="1"/>
        </dgm:presLayoutVars>
      </dgm:prSet>
      <dgm:spPr/>
    </dgm:pt>
    <dgm:pt modelId="{9C93DE8E-2557-4B1D-B149-24762D1CF46C}" type="pres">
      <dgm:prSet presAssocID="{C619DB29-A9B4-4CD6-82DE-388181B16845}" presName="bgRect" presStyleLbl="bgAccFollowNode1" presStyleIdx="0" presStyleCnt="4"/>
      <dgm:spPr/>
    </dgm:pt>
    <dgm:pt modelId="{A98D36E5-FDBE-49B9-8982-864479D38070}" type="pres">
      <dgm:prSet presAssocID="{AF8F35B5-2914-4643-818B-36EF7F52C988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983CC538-4EE1-4D52-A45E-46EC3A93FA38}" type="pres">
      <dgm:prSet presAssocID="{C619DB29-A9B4-4CD6-82DE-388181B16845}" presName="bottomLine" presStyleLbl="alignNode1" presStyleIdx="1" presStyleCnt="8">
        <dgm:presLayoutVars/>
      </dgm:prSet>
      <dgm:spPr/>
    </dgm:pt>
    <dgm:pt modelId="{89E74434-27CE-4B49-836D-BF3819CE2239}" type="pres">
      <dgm:prSet presAssocID="{C619DB29-A9B4-4CD6-82DE-388181B16845}" presName="nodeText" presStyleLbl="bgAccFollowNode1" presStyleIdx="0" presStyleCnt="4">
        <dgm:presLayoutVars>
          <dgm:bulletEnabled val="1"/>
        </dgm:presLayoutVars>
      </dgm:prSet>
      <dgm:spPr/>
    </dgm:pt>
    <dgm:pt modelId="{F04A423C-DA1E-45E8-8FFD-6BE3167ECAC5}" type="pres">
      <dgm:prSet presAssocID="{AF8F35B5-2914-4643-818B-36EF7F52C988}" presName="sibTrans" presStyleCnt="0"/>
      <dgm:spPr/>
    </dgm:pt>
    <dgm:pt modelId="{CA004822-B229-4C3C-AE5E-ACC45E875E82}" type="pres">
      <dgm:prSet presAssocID="{FACE9A6C-B081-4726-B4C2-110CD6050366}" presName="compositeNode" presStyleCnt="0">
        <dgm:presLayoutVars>
          <dgm:bulletEnabled val="1"/>
        </dgm:presLayoutVars>
      </dgm:prSet>
      <dgm:spPr/>
    </dgm:pt>
    <dgm:pt modelId="{C29C9FC1-7ED2-48A7-8408-3AFCC8B9C2D1}" type="pres">
      <dgm:prSet presAssocID="{FACE9A6C-B081-4726-B4C2-110CD6050366}" presName="bgRect" presStyleLbl="bgAccFollowNode1" presStyleIdx="1" presStyleCnt="4"/>
      <dgm:spPr/>
    </dgm:pt>
    <dgm:pt modelId="{7D45960B-8980-4200-A692-401BB20EADB9}" type="pres">
      <dgm:prSet presAssocID="{3DF55683-8C88-4E0D-928A-75E98BA19121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F709F80F-5449-48A9-A113-C047AEF55EAA}" type="pres">
      <dgm:prSet presAssocID="{FACE9A6C-B081-4726-B4C2-110CD6050366}" presName="bottomLine" presStyleLbl="alignNode1" presStyleIdx="3" presStyleCnt="8">
        <dgm:presLayoutVars/>
      </dgm:prSet>
      <dgm:spPr/>
    </dgm:pt>
    <dgm:pt modelId="{353808D3-244E-4EC7-BDBC-DD47574E0A82}" type="pres">
      <dgm:prSet presAssocID="{FACE9A6C-B081-4726-B4C2-110CD6050366}" presName="nodeText" presStyleLbl="bgAccFollowNode1" presStyleIdx="1" presStyleCnt="4">
        <dgm:presLayoutVars>
          <dgm:bulletEnabled val="1"/>
        </dgm:presLayoutVars>
      </dgm:prSet>
      <dgm:spPr/>
    </dgm:pt>
    <dgm:pt modelId="{04E5E6B2-B3E8-4786-8CAB-0B2B9A89A95A}" type="pres">
      <dgm:prSet presAssocID="{3DF55683-8C88-4E0D-928A-75E98BA19121}" presName="sibTrans" presStyleCnt="0"/>
      <dgm:spPr/>
    </dgm:pt>
    <dgm:pt modelId="{D3A36AFC-1254-4750-861D-87A0A5CF3491}" type="pres">
      <dgm:prSet presAssocID="{D16A2C1A-C0C7-4775-A859-85EED60BC0C7}" presName="compositeNode" presStyleCnt="0">
        <dgm:presLayoutVars>
          <dgm:bulletEnabled val="1"/>
        </dgm:presLayoutVars>
      </dgm:prSet>
      <dgm:spPr/>
    </dgm:pt>
    <dgm:pt modelId="{603778DF-5A56-4C5A-A4ED-36B6741617B1}" type="pres">
      <dgm:prSet presAssocID="{D16A2C1A-C0C7-4775-A859-85EED60BC0C7}" presName="bgRect" presStyleLbl="bgAccFollowNode1" presStyleIdx="2" presStyleCnt="4"/>
      <dgm:spPr/>
    </dgm:pt>
    <dgm:pt modelId="{E7D0CC81-B0A6-4E58-85DC-62BA91298B3D}" type="pres">
      <dgm:prSet presAssocID="{3B18E234-848B-4BCB-9239-8C0461A4C894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A0CEDA27-9F8A-4D66-B7CB-CD622CF3523B}" type="pres">
      <dgm:prSet presAssocID="{D16A2C1A-C0C7-4775-A859-85EED60BC0C7}" presName="bottomLine" presStyleLbl="alignNode1" presStyleIdx="5" presStyleCnt="8">
        <dgm:presLayoutVars/>
      </dgm:prSet>
      <dgm:spPr/>
    </dgm:pt>
    <dgm:pt modelId="{873CA7F0-3E22-4FC7-8082-0041C86922F0}" type="pres">
      <dgm:prSet presAssocID="{D16A2C1A-C0C7-4775-A859-85EED60BC0C7}" presName="nodeText" presStyleLbl="bgAccFollowNode1" presStyleIdx="2" presStyleCnt="4">
        <dgm:presLayoutVars>
          <dgm:bulletEnabled val="1"/>
        </dgm:presLayoutVars>
      </dgm:prSet>
      <dgm:spPr/>
    </dgm:pt>
    <dgm:pt modelId="{78B8E7F9-A343-4903-884D-AD6DB0AD7BEB}" type="pres">
      <dgm:prSet presAssocID="{3B18E234-848B-4BCB-9239-8C0461A4C894}" presName="sibTrans" presStyleCnt="0"/>
      <dgm:spPr/>
    </dgm:pt>
    <dgm:pt modelId="{2006F2AA-B899-45E5-8A17-D448B5121E56}" type="pres">
      <dgm:prSet presAssocID="{A04AA6D2-2181-492A-AD17-3B4FFA2C770C}" presName="compositeNode" presStyleCnt="0">
        <dgm:presLayoutVars>
          <dgm:bulletEnabled val="1"/>
        </dgm:presLayoutVars>
      </dgm:prSet>
      <dgm:spPr/>
    </dgm:pt>
    <dgm:pt modelId="{A1EBBDEA-975E-488E-9173-0C92F14EDA76}" type="pres">
      <dgm:prSet presAssocID="{A04AA6D2-2181-492A-AD17-3B4FFA2C770C}" presName="bgRect" presStyleLbl="bgAccFollowNode1" presStyleIdx="3" presStyleCnt="4"/>
      <dgm:spPr/>
    </dgm:pt>
    <dgm:pt modelId="{51244B84-2EDF-4CAE-9244-13B6AEEE9B96}" type="pres">
      <dgm:prSet presAssocID="{324D72C8-C0B1-4418-AE7D-06761858E770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29EF2547-1E19-46D8-9EB0-3C9741AC564F}" type="pres">
      <dgm:prSet presAssocID="{A04AA6D2-2181-492A-AD17-3B4FFA2C770C}" presName="bottomLine" presStyleLbl="alignNode1" presStyleIdx="7" presStyleCnt="8">
        <dgm:presLayoutVars/>
      </dgm:prSet>
      <dgm:spPr/>
    </dgm:pt>
    <dgm:pt modelId="{397B326B-7712-402C-8F98-C7E03E64538D}" type="pres">
      <dgm:prSet presAssocID="{A04AA6D2-2181-492A-AD17-3B4FFA2C770C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33D6D50A-FA68-4AE6-A45D-F9535440670A}" srcId="{298C9DA8-B3BE-43CB-9CF2-24752C8EFB49}" destId="{A04AA6D2-2181-492A-AD17-3B4FFA2C770C}" srcOrd="3" destOrd="0" parTransId="{9494D4D7-A4AA-47F3-99B3-D417746B557B}" sibTransId="{324D72C8-C0B1-4418-AE7D-06761858E770}"/>
    <dgm:cxn modelId="{CD621011-9C1C-4C1B-8BB2-40B01FD558A0}" type="presOf" srcId="{A04AA6D2-2181-492A-AD17-3B4FFA2C770C}" destId="{A1EBBDEA-975E-488E-9173-0C92F14EDA76}" srcOrd="0" destOrd="0" presId="urn:microsoft.com/office/officeart/2016/7/layout/BasicLinearProcessNumbered"/>
    <dgm:cxn modelId="{DF4E4A1B-A38F-4FDC-B92D-FCAEFD20ED1A}" srcId="{298C9DA8-B3BE-43CB-9CF2-24752C8EFB49}" destId="{FACE9A6C-B081-4726-B4C2-110CD6050366}" srcOrd="1" destOrd="0" parTransId="{8A322555-4233-44DE-BF11-4A853C854774}" sibTransId="{3DF55683-8C88-4E0D-928A-75E98BA19121}"/>
    <dgm:cxn modelId="{DFA47F1D-E6FD-4257-A55A-6480266A3306}" type="presOf" srcId="{3DF55683-8C88-4E0D-928A-75E98BA19121}" destId="{7D45960B-8980-4200-A692-401BB20EADB9}" srcOrd="0" destOrd="0" presId="urn:microsoft.com/office/officeart/2016/7/layout/BasicLinearProcessNumbered"/>
    <dgm:cxn modelId="{55CE8223-3319-48E3-A3E6-BA5B411CAF18}" type="presOf" srcId="{FACE9A6C-B081-4726-B4C2-110CD6050366}" destId="{C29C9FC1-7ED2-48A7-8408-3AFCC8B9C2D1}" srcOrd="0" destOrd="0" presId="urn:microsoft.com/office/officeart/2016/7/layout/BasicLinearProcessNumbered"/>
    <dgm:cxn modelId="{A700ED3D-DA87-4B01-B20E-DD9E472444B1}" type="presOf" srcId="{298C9DA8-B3BE-43CB-9CF2-24752C8EFB49}" destId="{1EBB1B5C-2B77-4ABA-9939-6B5A0BA6DAEB}" srcOrd="0" destOrd="0" presId="urn:microsoft.com/office/officeart/2016/7/layout/BasicLinearProcessNumbered"/>
    <dgm:cxn modelId="{4839C061-9D23-42F3-A673-933ED6A39FAF}" srcId="{298C9DA8-B3BE-43CB-9CF2-24752C8EFB49}" destId="{C619DB29-A9B4-4CD6-82DE-388181B16845}" srcOrd="0" destOrd="0" parTransId="{3AA746C3-05B5-4E81-848C-047E7A1AA0FB}" sibTransId="{AF8F35B5-2914-4643-818B-36EF7F52C988}"/>
    <dgm:cxn modelId="{BD213B63-1DB2-489C-9F79-F38C9638578B}" srcId="{298C9DA8-B3BE-43CB-9CF2-24752C8EFB49}" destId="{D16A2C1A-C0C7-4775-A859-85EED60BC0C7}" srcOrd="2" destOrd="0" parTransId="{A0958C5D-2F8A-4B7A-B267-9560F4BA89CD}" sibTransId="{3B18E234-848B-4BCB-9239-8C0461A4C894}"/>
    <dgm:cxn modelId="{BEBE414D-EE39-4FE6-AF8E-DA60A12ACECE}" type="presOf" srcId="{324D72C8-C0B1-4418-AE7D-06761858E770}" destId="{51244B84-2EDF-4CAE-9244-13B6AEEE9B96}" srcOrd="0" destOrd="0" presId="urn:microsoft.com/office/officeart/2016/7/layout/BasicLinearProcessNumbered"/>
    <dgm:cxn modelId="{D839D36E-F137-47F1-BFC7-1BEEB9EC6FBA}" type="presOf" srcId="{D16A2C1A-C0C7-4775-A859-85EED60BC0C7}" destId="{873CA7F0-3E22-4FC7-8082-0041C86922F0}" srcOrd="1" destOrd="0" presId="urn:microsoft.com/office/officeart/2016/7/layout/BasicLinearProcessNumbered"/>
    <dgm:cxn modelId="{AFF93395-4DC1-45E3-8E18-EDBDE4B89BF5}" type="presOf" srcId="{FACE9A6C-B081-4726-B4C2-110CD6050366}" destId="{353808D3-244E-4EC7-BDBC-DD47574E0A82}" srcOrd="1" destOrd="0" presId="urn:microsoft.com/office/officeart/2016/7/layout/BasicLinearProcessNumbered"/>
    <dgm:cxn modelId="{731511A2-3221-43BB-864D-D86D76BB2227}" type="presOf" srcId="{C619DB29-A9B4-4CD6-82DE-388181B16845}" destId="{89E74434-27CE-4B49-836D-BF3819CE2239}" srcOrd="1" destOrd="0" presId="urn:microsoft.com/office/officeart/2016/7/layout/BasicLinearProcessNumbered"/>
    <dgm:cxn modelId="{5561F9C7-2CE9-4B65-A586-AE0984018504}" type="presOf" srcId="{D16A2C1A-C0C7-4775-A859-85EED60BC0C7}" destId="{603778DF-5A56-4C5A-A4ED-36B6741617B1}" srcOrd="0" destOrd="0" presId="urn:microsoft.com/office/officeart/2016/7/layout/BasicLinearProcessNumbered"/>
    <dgm:cxn modelId="{D5E5A2D5-8985-41D9-B9CE-DF736484B27C}" type="presOf" srcId="{AF8F35B5-2914-4643-818B-36EF7F52C988}" destId="{A98D36E5-FDBE-49B9-8982-864479D38070}" srcOrd="0" destOrd="0" presId="urn:microsoft.com/office/officeart/2016/7/layout/BasicLinearProcessNumbered"/>
    <dgm:cxn modelId="{B020A0DD-419E-4BA5-AD4B-74B2E6392012}" type="presOf" srcId="{3B18E234-848B-4BCB-9239-8C0461A4C894}" destId="{E7D0CC81-B0A6-4E58-85DC-62BA91298B3D}" srcOrd="0" destOrd="0" presId="urn:microsoft.com/office/officeart/2016/7/layout/BasicLinearProcessNumbered"/>
    <dgm:cxn modelId="{777058E8-A50F-411E-A7A2-148EA9DDF111}" type="presOf" srcId="{A04AA6D2-2181-492A-AD17-3B4FFA2C770C}" destId="{397B326B-7712-402C-8F98-C7E03E64538D}" srcOrd="1" destOrd="0" presId="urn:microsoft.com/office/officeart/2016/7/layout/BasicLinearProcessNumbered"/>
    <dgm:cxn modelId="{7DABC0F1-8F17-4724-86DD-6FE497F3E6D6}" type="presOf" srcId="{C619DB29-A9B4-4CD6-82DE-388181B16845}" destId="{9C93DE8E-2557-4B1D-B149-24762D1CF46C}" srcOrd="0" destOrd="0" presId="urn:microsoft.com/office/officeart/2016/7/layout/BasicLinearProcessNumbered"/>
    <dgm:cxn modelId="{603BB191-BE8C-45B5-B457-B0C7BE259AC7}" type="presParOf" srcId="{1EBB1B5C-2B77-4ABA-9939-6B5A0BA6DAEB}" destId="{8D578DB7-C341-4D72-88B0-6199723201B1}" srcOrd="0" destOrd="0" presId="urn:microsoft.com/office/officeart/2016/7/layout/BasicLinearProcessNumbered"/>
    <dgm:cxn modelId="{D020A05D-D02B-4E7A-82CB-C085C094B67A}" type="presParOf" srcId="{8D578DB7-C341-4D72-88B0-6199723201B1}" destId="{9C93DE8E-2557-4B1D-B149-24762D1CF46C}" srcOrd="0" destOrd="0" presId="urn:microsoft.com/office/officeart/2016/7/layout/BasicLinearProcessNumbered"/>
    <dgm:cxn modelId="{19A3F803-81E9-484F-8EC6-3A1949D93C14}" type="presParOf" srcId="{8D578DB7-C341-4D72-88B0-6199723201B1}" destId="{A98D36E5-FDBE-49B9-8982-864479D38070}" srcOrd="1" destOrd="0" presId="urn:microsoft.com/office/officeart/2016/7/layout/BasicLinearProcessNumbered"/>
    <dgm:cxn modelId="{0774532A-55F5-4B2E-AF5A-8CF4AD851425}" type="presParOf" srcId="{8D578DB7-C341-4D72-88B0-6199723201B1}" destId="{983CC538-4EE1-4D52-A45E-46EC3A93FA38}" srcOrd="2" destOrd="0" presId="urn:microsoft.com/office/officeart/2016/7/layout/BasicLinearProcessNumbered"/>
    <dgm:cxn modelId="{6C057B4C-3E88-4912-AAD8-B0810F5553A7}" type="presParOf" srcId="{8D578DB7-C341-4D72-88B0-6199723201B1}" destId="{89E74434-27CE-4B49-836D-BF3819CE2239}" srcOrd="3" destOrd="0" presId="urn:microsoft.com/office/officeart/2016/7/layout/BasicLinearProcessNumbered"/>
    <dgm:cxn modelId="{E6755222-4D9E-414A-BBBE-ED78E2AC29F1}" type="presParOf" srcId="{1EBB1B5C-2B77-4ABA-9939-6B5A0BA6DAEB}" destId="{F04A423C-DA1E-45E8-8FFD-6BE3167ECAC5}" srcOrd="1" destOrd="0" presId="urn:microsoft.com/office/officeart/2016/7/layout/BasicLinearProcessNumbered"/>
    <dgm:cxn modelId="{0DBCBED5-499F-4027-881D-83AF938DD351}" type="presParOf" srcId="{1EBB1B5C-2B77-4ABA-9939-6B5A0BA6DAEB}" destId="{CA004822-B229-4C3C-AE5E-ACC45E875E82}" srcOrd="2" destOrd="0" presId="urn:microsoft.com/office/officeart/2016/7/layout/BasicLinearProcessNumbered"/>
    <dgm:cxn modelId="{81FAEE9A-6FCE-4DE1-A31C-4035EBD0DF32}" type="presParOf" srcId="{CA004822-B229-4C3C-AE5E-ACC45E875E82}" destId="{C29C9FC1-7ED2-48A7-8408-3AFCC8B9C2D1}" srcOrd="0" destOrd="0" presId="urn:microsoft.com/office/officeart/2016/7/layout/BasicLinearProcessNumbered"/>
    <dgm:cxn modelId="{E74EE738-47FD-4671-92C2-CB5D089ABF0D}" type="presParOf" srcId="{CA004822-B229-4C3C-AE5E-ACC45E875E82}" destId="{7D45960B-8980-4200-A692-401BB20EADB9}" srcOrd="1" destOrd="0" presId="urn:microsoft.com/office/officeart/2016/7/layout/BasicLinearProcessNumbered"/>
    <dgm:cxn modelId="{A33014E0-B234-4965-A7DF-63ED22EB30FA}" type="presParOf" srcId="{CA004822-B229-4C3C-AE5E-ACC45E875E82}" destId="{F709F80F-5449-48A9-A113-C047AEF55EAA}" srcOrd="2" destOrd="0" presId="urn:microsoft.com/office/officeart/2016/7/layout/BasicLinearProcessNumbered"/>
    <dgm:cxn modelId="{7DC90567-8C9C-4B9C-8358-8350AAC0472A}" type="presParOf" srcId="{CA004822-B229-4C3C-AE5E-ACC45E875E82}" destId="{353808D3-244E-4EC7-BDBC-DD47574E0A82}" srcOrd="3" destOrd="0" presId="urn:microsoft.com/office/officeart/2016/7/layout/BasicLinearProcessNumbered"/>
    <dgm:cxn modelId="{06D58C72-3B7A-43D4-A4DB-5EABE3A2B3CE}" type="presParOf" srcId="{1EBB1B5C-2B77-4ABA-9939-6B5A0BA6DAEB}" destId="{04E5E6B2-B3E8-4786-8CAB-0B2B9A89A95A}" srcOrd="3" destOrd="0" presId="urn:microsoft.com/office/officeart/2016/7/layout/BasicLinearProcessNumbered"/>
    <dgm:cxn modelId="{D36B3736-E982-443C-AEF3-FC1D6EE4927F}" type="presParOf" srcId="{1EBB1B5C-2B77-4ABA-9939-6B5A0BA6DAEB}" destId="{D3A36AFC-1254-4750-861D-87A0A5CF3491}" srcOrd="4" destOrd="0" presId="urn:microsoft.com/office/officeart/2016/7/layout/BasicLinearProcessNumbered"/>
    <dgm:cxn modelId="{668B00E3-5579-4BCB-A9DF-7812C0850BE5}" type="presParOf" srcId="{D3A36AFC-1254-4750-861D-87A0A5CF3491}" destId="{603778DF-5A56-4C5A-A4ED-36B6741617B1}" srcOrd="0" destOrd="0" presId="urn:microsoft.com/office/officeart/2016/7/layout/BasicLinearProcessNumbered"/>
    <dgm:cxn modelId="{5B08CFD8-15A5-4B4E-920C-25A5F16211AD}" type="presParOf" srcId="{D3A36AFC-1254-4750-861D-87A0A5CF3491}" destId="{E7D0CC81-B0A6-4E58-85DC-62BA91298B3D}" srcOrd="1" destOrd="0" presId="urn:microsoft.com/office/officeart/2016/7/layout/BasicLinearProcessNumbered"/>
    <dgm:cxn modelId="{0243E7CF-98A0-49EF-9C0E-9509E5E76EF3}" type="presParOf" srcId="{D3A36AFC-1254-4750-861D-87A0A5CF3491}" destId="{A0CEDA27-9F8A-4D66-B7CB-CD622CF3523B}" srcOrd="2" destOrd="0" presId="urn:microsoft.com/office/officeart/2016/7/layout/BasicLinearProcessNumbered"/>
    <dgm:cxn modelId="{B8CE9803-6473-4629-8FA7-A8B1DB10490F}" type="presParOf" srcId="{D3A36AFC-1254-4750-861D-87A0A5CF3491}" destId="{873CA7F0-3E22-4FC7-8082-0041C86922F0}" srcOrd="3" destOrd="0" presId="urn:microsoft.com/office/officeart/2016/7/layout/BasicLinearProcessNumbered"/>
    <dgm:cxn modelId="{8FA19824-F453-4246-984F-CB1F4B07377A}" type="presParOf" srcId="{1EBB1B5C-2B77-4ABA-9939-6B5A0BA6DAEB}" destId="{78B8E7F9-A343-4903-884D-AD6DB0AD7BEB}" srcOrd="5" destOrd="0" presId="urn:microsoft.com/office/officeart/2016/7/layout/BasicLinearProcessNumbered"/>
    <dgm:cxn modelId="{61764920-6681-43B9-81F7-B01BCEBD708F}" type="presParOf" srcId="{1EBB1B5C-2B77-4ABA-9939-6B5A0BA6DAEB}" destId="{2006F2AA-B899-45E5-8A17-D448B5121E56}" srcOrd="6" destOrd="0" presId="urn:microsoft.com/office/officeart/2016/7/layout/BasicLinearProcessNumbered"/>
    <dgm:cxn modelId="{2D519EE2-AA34-4581-A6DC-7175AFC1C7BD}" type="presParOf" srcId="{2006F2AA-B899-45E5-8A17-D448B5121E56}" destId="{A1EBBDEA-975E-488E-9173-0C92F14EDA76}" srcOrd="0" destOrd="0" presId="urn:microsoft.com/office/officeart/2016/7/layout/BasicLinearProcessNumbered"/>
    <dgm:cxn modelId="{3035E04B-A023-49A5-8060-2A1A2B9D6316}" type="presParOf" srcId="{2006F2AA-B899-45E5-8A17-D448B5121E56}" destId="{51244B84-2EDF-4CAE-9244-13B6AEEE9B96}" srcOrd="1" destOrd="0" presId="urn:microsoft.com/office/officeart/2016/7/layout/BasicLinearProcessNumbered"/>
    <dgm:cxn modelId="{E7CCFE33-AA3A-4D40-B94B-6BD680DC9704}" type="presParOf" srcId="{2006F2AA-B899-45E5-8A17-D448B5121E56}" destId="{29EF2547-1E19-46D8-9EB0-3C9741AC564F}" srcOrd="2" destOrd="0" presId="urn:microsoft.com/office/officeart/2016/7/layout/BasicLinearProcessNumbered"/>
    <dgm:cxn modelId="{559C1047-AEB5-41F5-9510-068978E21E40}" type="presParOf" srcId="{2006F2AA-B899-45E5-8A17-D448B5121E56}" destId="{397B326B-7712-402C-8F98-C7E03E64538D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D9F2A24-0E8C-46B1-9E40-F0FF6EF2C26F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496C6B8-83A7-4367-8504-DAA6220B81EE}">
      <dgm:prSet/>
      <dgm:spPr/>
      <dgm:t>
        <a:bodyPr/>
        <a:lstStyle/>
        <a:p>
          <a:r>
            <a:rPr lang="en-US"/>
            <a:t>Provide</a:t>
          </a:r>
        </a:p>
      </dgm:t>
    </dgm:pt>
    <dgm:pt modelId="{DB0253C3-33B5-4382-B240-1F9D241BDF82}" type="parTrans" cxnId="{51707ED8-EA25-4521-BDA4-12329C2A93A0}">
      <dgm:prSet/>
      <dgm:spPr/>
      <dgm:t>
        <a:bodyPr/>
        <a:lstStyle/>
        <a:p>
          <a:endParaRPr lang="en-US"/>
        </a:p>
      </dgm:t>
    </dgm:pt>
    <dgm:pt modelId="{75EAB0C5-BCA4-49F7-8312-2A9F13BA593E}" type="sibTrans" cxnId="{51707ED8-EA25-4521-BDA4-12329C2A93A0}">
      <dgm:prSet/>
      <dgm:spPr/>
      <dgm:t>
        <a:bodyPr/>
        <a:lstStyle/>
        <a:p>
          <a:endParaRPr lang="en-US"/>
        </a:p>
      </dgm:t>
    </dgm:pt>
    <dgm:pt modelId="{B565D56F-25C4-473F-BD53-0A3CF55A4154}">
      <dgm:prSet/>
      <dgm:spPr/>
      <dgm:t>
        <a:bodyPr/>
        <a:lstStyle/>
        <a:p>
          <a:r>
            <a:rPr lang="en-US"/>
            <a:t>Provide step-by-step guidance during incidents</a:t>
          </a:r>
        </a:p>
      </dgm:t>
    </dgm:pt>
    <dgm:pt modelId="{34911C39-D22C-4433-9234-AE25A9E99B34}" type="parTrans" cxnId="{A2F50A80-16F7-48FC-BF44-388DBD77F519}">
      <dgm:prSet/>
      <dgm:spPr/>
      <dgm:t>
        <a:bodyPr/>
        <a:lstStyle/>
        <a:p>
          <a:endParaRPr lang="en-US"/>
        </a:p>
      </dgm:t>
    </dgm:pt>
    <dgm:pt modelId="{AF483A5E-22C9-4AA9-8413-7B36C15AA3E9}" type="sibTrans" cxnId="{A2F50A80-16F7-48FC-BF44-388DBD77F519}">
      <dgm:prSet/>
      <dgm:spPr/>
      <dgm:t>
        <a:bodyPr/>
        <a:lstStyle/>
        <a:p>
          <a:endParaRPr lang="en-US"/>
        </a:p>
      </dgm:t>
    </dgm:pt>
    <dgm:pt modelId="{E21B89EB-65B0-4BE4-B470-4322A570A9FD}">
      <dgm:prSet/>
      <dgm:spPr/>
      <dgm:t>
        <a:bodyPr/>
        <a:lstStyle/>
        <a:p>
          <a:r>
            <a:rPr lang="en-US"/>
            <a:t>Reduce</a:t>
          </a:r>
        </a:p>
      </dgm:t>
    </dgm:pt>
    <dgm:pt modelId="{C946BFF8-795C-4365-9CF4-60922B457023}" type="parTrans" cxnId="{8900C976-E4BD-45F3-A2A8-F35D7986FC0E}">
      <dgm:prSet/>
      <dgm:spPr/>
      <dgm:t>
        <a:bodyPr/>
        <a:lstStyle/>
        <a:p>
          <a:endParaRPr lang="en-US"/>
        </a:p>
      </dgm:t>
    </dgm:pt>
    <dgm:pt modelId="{5FA77BD8-7B77-4353-A48B-FF23A4DB2323}" type="sibTrans" cxnId="{8900C976-E4BD-45F3-A2A8-F35D7986FC0E}">
      <dgm:prSet/>
      <dgm:spPr/>
      <dgm:t>
        <a:bodyPr/>
        <a:lstStyle/>
        <a:p>
          <a:endParaRPr lang="en-US"/>
        </a:p>
      </dgm:t>
    </dgm:pt>
    <dgm:pt modelId="{B805B471-6EE3-4033-919C-B265618891F7}">
      <dgm:prSet/>
      <dgm:spPr/>
      <dgm:t>
        <a:bodyPr/>
        <a:lstStyle/>
        <a:p>
          <a:r>
            <a:rPr lang="en-US"/>
            <a:t>Reduce stress and cognitive load for responders</a:t>
          </a:r>
        </a:p>
      </dgm:t>
    </dgm:pt>
    <dgm:pt modelId="{539AF3EC-AB3A-428F-AF19-2F8B0D027546}" type="parTrans" cxnId="{122C58E8-E3E4-497A-B6AA-234CA40F70E5}">
      <dgm:prSet/>
      <dgm:spPr/>
      <dgm:t>
        <a:bodyPr/>
        <a:lstStyle/>
        <a:p>
          <a:endParaRPr lang="en-US"/>
        </a:p>
      </dgm:t>
    </dgm:pt>
    <dgm:pt modelId="{AAA3CD39-889E-4499-B9FC-5B08A5EFB70C}" type="sibTrans" cxnId="{122C58E8-E3E4-497A-B6AA-234CA40F70E5}">
      <dgm:prSet/>
      <dgm:spPr/>
      <dgm:t>
        <a:bodyPr/>
        <a:lstStyle/>
        <a:p>
          <a:endParaRPr lang="en-US"/>
        </a:p>
      </dgm:t>
    </dgm:pt>
    <dgm:pt modelId="{4E9A7F95-AD34-461C-A592-F4F7012D9DC7}">
      <dgm:prSet/>
      <dgm:spPr/>
      <dgm:t>
        <a:bodyPr/>
        <a:lstStyle/>
        <a:p>
          <a:r>
            <a:rPr lang="en-US"/>
            <a:t>Help</a:t>
          </a:r>
        </a:p>
      </dgm:t>
    </dgm:pt>
    <dgm:pt modelId="{56AA2E47-0E38-4B95-980F-C700D7566EA6}" type="parTrans" cxnId="{2DBAE723-2EDD-44F0-BB4F-001DB27D56CA}">
      <dgm:prSet/>
      <dgm:spPr/>
      <dgm:t>
        <a:bodyPr/>
        <a:lstStyle/>
        <a:p>
          <a:endParaRPr lang="en-US"/>
        </a:p>
      </dgm:t>
    </dgm:pt>
    <dgm:pt modelId="{AA6C787B-0C54-4C9C-8CB8-4B62BE21C377}" type="sibTrans" cxnId="{2DBAE723-2EDD-44F0-BB4F-001DB27D56CA}">
      <dgm:prSet/>
      <dgm:spPr/>
      <dgm:t>
        <a:bodyPr/>
        <a:lstStyle/>
        <a:p>
          <a:endParaRPr lang="en-US"/>
        </a:p>
      </dgm:t>
    </dgm:pt>
    <dgm:pt modelId="{4A72CDBD-FF72-4E1E-9A06-E20DBD04BFE4}">
      <dgm:prSet/>
      <dgm:spPr/>
      <dgm:t>
        <a:bodyPr/>
        <a:lstStyle/>
        <a:p>
          <a:r>
            <a:rPr lang="en-US"/>
            <a:t>Help junior engineers handle incidents confidently</a:t>
          </a:r>
        </a:p>
      </dgm:t>
    </dgm:pt>
    <dgm:pt modelId="{5E37C14F-1286-43AF-A235-9C8B16902B86}" type="parTrans" cxnId="{C4DAC8FD-FCA9-4940-B460-80FFB9040638}">
      <dgm:prSet/>
      <dgm:spPr/>
      <dgm:t>
        <a:bodyPr/>
        <a:lstStyle/>
        <a:p>
          <a:endParaRPr lang="en-US"/>
        </a:p>
      </dgm:t>
    </dgm:pt>
    <dgm:pt modelId="{5D5832E1-855B-4E43-8ACF-7BCC689B29A6}" type="sibTrans" cxnId="{C4DAC8FD-FCA9-4940-B460-80FFB9040638}">
      <dgm:prSet/>
      <dgm:spPr/>
      <dgm:t>
        <a:bodyPr/>
        <a:lstStyle/>
        <a:p>
          <a:endParaRPr lang="en-US"/>
        </a:p>
      </dgm:t>
    </dgm:pt>
    <dgm:pt modelId="{465E4EDC-FBBC-4672-B787-2919E34F4E80}">
      <dgm:prSet/>
      <dgm:spPr/>
      <dgm:t>
        <a:bodyPr/>
        <a:lstStyle/>
        <a:p>
          <a:r>
            <a:rPr lang="en-US"/>
            <a:t>Ensure</a:t>
          </a:r>
        </a:p>
      </dgm:t>
    </dgm:pt>
    <dgm:pt modelId="{E515DAC9-CB14-4D7B-B15F-7D0533062B3E}" type="parTrans" cxnId="{C2A59802-CC33-4787-AA58-AB40080E6518}">
      <dgm:prSet/>
      <dgm:spPr/>
      <dgm:t>
        <a:bodyPr/>
        <a:lstStyle/>
        <a:p>
          <a:endParaRPr lang="en-US"/>
        </a:p>
      </dgm:t>
    </dgm:pt>
    <dgm:pt modelId="{88FF52C7-E2CE-4695-9B03-C6B6E213ABBA}" type="sibTrans" cxnId="{C2A59802-CC33-4787-AA58-AB40080E6518}">
      <dgm:prSet/>
      <dgm:spPr/>
      <dgm:t>
        <a:bodyPr/>
        <a:lstStyle/>
        <a:p>
          <a:endParaRPr lang="en-US"/>
        </a:p>
      </dgm:t>
    </dgm:pt>
    <dgm:pt modelId="{C48B5525-408C-4412-82B3-C62D0039D6A1}">
      <dgm:prSet/>
      <dgm:spPr/>
      <dgm:t>
        <a:bodyPr/>
        <a:lstStyle/>
        <a:p>
          <a:r>
            <a:rPr lang="en-US"/>
            <a:t>Ensure consistent incident response procedures</a:t>
          </a:r>
        </a:p>
      </dgm:t>
    </dgm:pt>
    <dgm:pt modelId="{3026E6EF-F8AF-4CF2-BA1A-7B4CB9BBEA18}" type="parTrans" cxnId="{0F051BB6-D2DA-4032-B825-0296A8F182F9}">
      <dgm:prSet/>
      <dgm:spPr/>
      <dgm:t>
        <a:bodyPr/>
        <a:lstStyle/>
        <a:p>
          <a:endParaRPr lang="en-US"/>
        </a:p>
      </dgm:t>
    </dgm:pt>
    <dgm:pt modelId="{DADF1194-808D-47CE-903D-CA296BEBAE9F}" type="sibTrans" cxnId="{0F051BB6-D2DA-4032-B825-0296A8F182F9}">
      <dgm:prSet/>
      <dgm:spPr/>
      <dgm:t>
        <a:bodyPr/>
        <a:lstStyle/>
        <a:p>
          <a:endParaRPr lang="en-US"/>
        </a:p>
      </dgm:t>
    </dgm:pt>
    <dgm:pt modelId="{A0BE90A3-6E5E-4873-A109-C95F7CD6E67A}" type="pres">
      <dgm:prSet presAssocID="{BD9F2A24-0E8C-46B1-9E40-F0FF6EF2C26F}" presName="Name0" presStyleCnt="0">
        <dgm:presLayoutVars>
          <dgm:dir/>
          <dgm:animLvl val="lvl"/>
          <dgm:resizeHandles val="exact"/>
        </dgm:presLayoutVars>
      </dgm:prSet>
      <dgm:spPr/>
    </dgm:pt>
    <dgm:pt modelId="{14374EB3-597F-46D1-9842-5B80F4021E94}" type="pres">
      <dgm:prSet presAssocID="{8496C6B8-83A7-4367-8504-DAA6220B81EE}" presName="linNode" presStyleCnt="0"/>
      <dgm:spPr/>
    </dgm:pt>
    <dgm:pt modelId="{DDD13405-64F5-4B63-A860-693D1CFE5828}" type="pres">
      <dgm:prSet presAssocID="{8496C6B8-83A7-4367-8504-DAA6220B81EE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6E6E9DCF-4CAF-43D2-BE35-B1A3F2C04F7E}" type="pres">
      <dgm:prSet presAssocID="{8496C6B8-83A7-4367-8504-DAA6220B81EE}" presName="descendantText" presStyleLbl="alignAccFollowNode1" presStyleIdx="0" presStyleCnt="4">
        <dgm:presLayoutVars>
          <dgm:bulletEnabled/>
        </dgm:presLayoutVars>
      </dgm:prSet>
      <dgm:spPr/>
    </dgm:pt>
    <dgm:pt modelId="{D2B34241-3BC1-4FB5-95EA-15BE660EC253}" type="pres">
      <dgm:prSet presAssocID="{75EAB0C5-BCA4-49F7-8312-2A9F13BA593E}" presName="sp" presStyleCnt="0"/>
      <dgm:spPr/>
    </dgm:pt>
    <dgm:pt modelId="{4319F157-A9A1-4CCD-8AD7-2D4CDF807138}" type="pres">
      <dgm:prSet presAssocID="{E21B89EB-65B0-4BE4-B470-4322A570A9FD}" presName="linNode" presStyleCnt="0"/>
      <dgm:spPr/>
    </dgm:pt>
    <dgm:pt modelId="{4C1853BE-BE4A-46B0-9393-F2BCBEBF8222}" type="pres">
      <dgm:prSet presAssocID="{E21B89EB-65B0-4BE4-B470-4322A570A9FD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5995E936-0DD1-41AD-8F9C-2945F951C7D2}" type="pres">
      <dgm:prSet presAssocID="{E21B89EB-65B0-4BE4-B470-4322A570A9FD}" presName="descendantText" presStyleLbl="alignAccFollowNode1" presStyleIdx="1" presStyleCnt="4">
        <dgm:presLayoutVars>
          <dgm:bulletEnabled/>
        </dgm:presLayoutVars>
      </dgm:prSet>
      <dgm:spPr/>
    </dgm:pt>
    <dgm:pt modelId="{B4AF4B4E-7C35-479C-9C58-C7883B51B1F4}" type="pres">
      <dgm:prSet presAssocID="{5FA77BD8-7B77-4353-A48B-FF23A4DB2323}" presName="sp" presStyleCnt="0"/>
      <dgm:spPr/>
    </dgm:pt>
    <dgm:pt modelId="{131D445A-5968-4FE9-BC78-B69F2EDC46EB}" type="pres">
      <dgm:prSet presAssocID="{4E9A7F95-AD34-461C-A592-F4F7012D9DC7}" presName="linNode" presStyleCnt="0"/>
      <dgm:spPr/>
    </dgm:pt>
    <dgm:pt modelId="{AA50FFE4-C838-4DC5-B1C6-6BDD098BFBE2}" type="pres">
      <dgm:prSet presAssocID="{4E9A7F95-AD34-461C-A592-F4F7012D9DC7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8A998150-3310-49CE-A5A3-93E2A5917A02}" type="pres">
      <dgm:prSet presAssocID="{4E9A7F95-AD34-461C-A592-F4F7012D9DC7}" presName="descendantText" presStyleLbl="alignAccFollowNode1" presStyleIdx="2" presStyleCnt="4">
        <dgm:presLayoutVars>
          <dgm:bulletEnabled/>
        </dgm:presLayoutVars>
      </dgm:prSet>
      <dgm:spPr/>
    </dgm:pt>
    <dgm:pt modelId="{1208D371-D28E-46EC-B7B3-0A757C9557E8}" type="pres">
      <dgm:prSet presAssocID="{AA6C787B-0C54-4C9C-8CB8-4B62BE21C377}" presName="sp" presStyleCnt="0"/>
      <dgm:spPr/>
    </dgm:pt>
    <dgm:pt modelId="{9049C4C5-9F14-4309-8533-B2D9D976E108}" type="pres">
      <dgm:prSet presAssocID="{465E4EDC-FBBC-4672-B787-2919E34F4E80}" presName="linNode" presStyleCnt="0"/>
      <dgm:spPr/>
    </dgm:pt>
    <dgm:pt modelId="{78BFB082-08D1-4247-A102-075CF899A394}" type="pres">
      <dgm:prSet presAssocID="{465E4EDC-FBBC-4672-B787-2919E34F4E80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03D460BB-6C41-4795-A83E-10C5C6EA24A3}" type="pres">
      <dgm:prSet presAssocID="{465E4EDC-FBBC-4672-B787-2919E34F4E80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C2A59802-CC33-4787-AA58-AB40080E6518}" srcId="{BD9F2A24-0E8C-46B1-9E40-F0FF6EF2C26F}" destId="{465E4EDC-FBBC-4672-B787-2919E34F4E80}" srcOrd="3" destOrd="0" parTransId="{E515DAC9-CB14-4D7B-B15F-7D0533062B3E}" sibTransId="{88FF52C7-E2CE-4695-9B03-C6B6E213ABBA}"/>
    <dgm:cxn modelId="{27AED812-8B55-4E6C-82BC-0221C46AC908}" type="presOf" srcId="{E21B89EB-65B0-4BE4-B470-4322A570A9FD}" destId="{4C1853BE-BE4A-46B0-9393-F2BCBEBF8222}" srcOrd="0" destOrd="0" presId="urn:microsoft.com/office/officeart/2016/7/layout/VerticalSolidActionList"/>
    <dgm:cxn modelId="{2DBAE723-2EDD-44F0-BB4F-001DB27D56CA}" srcId="{BD9F2A24-0E8C-46B1-9E40-F0FF6EF2C26F}" destId="{4E9A7F95-AD34-461C-A592-F4F7012D9DC7}" srcOrd="2" destOrd="0" parTransId="{56AA2E47-0E38-4B95-980F-C700D7566EA6}" sibTransId="{AA6C787B-0C54-4C9C-8CB8-4B62BE21C377}"/>
    <dgm:cxn modelId="{72F90A33-1256-41CA-8306-24CEBAC17488}" type="presOf" srcId="{8496C6B8-83A7-4367-8504-DAA6220B81EE}" destId="{DDD13405-64F5-4B63-A860-693D1CFE5828}" srcOrd="0" destOrd="0" presId="urn:microsoft.com/office/officeart/2016/7/layout/VerticalSolidActionList"/>
    <dgm:cxn modelId="{A7FB7263-4A1B-4AF3-B044-778EE75CDC6D}" type="presOf" srcId="{B805B471-6EE3-4033-919C-B265618891F7}" destId="{5995E936-0DD1-41AD-8F9C-2945F951C7D2}" srcOrd="0" destOrd="0" presId="urn:microsoft.com/office/officeart/2016/7/layout/VerticalSolidActionList"/>
    <dgm:cxn modelId="{122D2E4F-D3C1-41E3-A716-DFEE077A057C}" type="presOf" srcId="{C48B5525-408C-4412-82B3-C62D0039D6A1}" destId="{03D460BB-6C41-4795-A83E-10C5C6EA24A3}" srcOrd="0" destOrd="0" presId="urn:microsoft.com/office/officeart/2016/7/layout/VerticalSolidActionList"/>
    <dgm:cxn modelId="{1BD79070-8381-4FA3-8FA0-63294CBBBE45}" type="presOf" srcId="{4A72CDBD-FF72-4E1E-9A06-E20DBD04BFE4}" destId="{8A998150-3310-49CE-A5A3-93E2A5917A02}" srcOrd="0" destOrd="0" presId="urn:microsoft.com/office/officeart/2016/7/layout/VerticalSolidActionList"/>
    <dgm:cxn modelId="{8900C976-E4BD-45F3-A2A8-F35D7986FC0E}" srcId="{BD9F2A24-0E8C-46B1-9E40-F0FF6EF2C26F}" destId="{E21B89EB-65B0-4BE4-B470-4322A570A9FD}" srcOrd="1" destOrd="0" parTransId="{C946BFF8-795C-4365-9CF4-60922B457023}" sibTransId="{5FA77BD8-7B77-4353-A48B-FF23A4DB2323}"/>
    <dgm:cxn modelId="{A2F50A80-16F7-48FC-BF44-388DBD77F519}" srcId="{8496C6B8-83A7-4367-8504-DAA6220B81EE}" destId="{B565D56F-25C4-473F-BD53-0A3CF55A4154}" srcOrd="0" destOrd="0" parTransId="{34911C39-D22C-4433-9234-AE25A9E99B34}" sibTransId="{AF483A5E-22C9-4AA9-8413-7B36C15AA3E9}"/>
    <dgm:cxn modelId="{9272FE9E-93A9-4D5D-A482-5EC8FE147E4A}" type="presOf" srcId="{B565D56F-25C4-473F-BD53-0A3CF55A4154}" destId="{6E6E9DCF-4CAF-43D2-BE35-B1A3F2C04F7E}" srcOrd="0" destOrd="0" presId="urn:microsoft.com/office/officeart/2016/7/layout/VerticalSolidActionList"/>
    <dgm:cxn modelId="{BF920FB3-8CB2-40A5-8912-95B106183E55}" type="presOf" srcId="{BD9F2A24-0E8C-46B1-9E40-F0FF6EF2C26F}" destId="{A0BE90A3-6E5E-4873-A109-C95F7CD6E67A}" srcOrd="0" destOrd="0" presId="urn:microsoft.com/office/officeart/2016/7/layout/VerticalSolidActionList"/>
    <dgm:cxn modelId="{0F051BB6-D2DA-4032-B825-0296A8F182F9}" srcId="{465E4EDC-FBBC-4672-B787-2919E34F4E80}" destId="{C48B5525-408C-4412-82B3-C62D0039D6A1}" srcOrd="0" destOrd="0" parTransId="{3026E6EF-F8AF-4CF2-BA1A-7B4CB9BBEA18}" sibTransId="{DADF1194-808D-47CE-903D-CA296BEBAE9F}"/>
    <dgm:cxn modelId="{40C3D6CF-31F0-476C-BB3C-4D9C7794B58F}" type="presOf" srcId="{4E9A7F95-AD34-461C-A592-F4F7012D9DC7}" destId="{AA50FFE4-C838-4DC5-B1C6-6BDD098BFBE2}" srcOrd="0" destOrd="0" presId="urn:microsoft.com/office/officeart/2016/7/layout/VerticalSolidActionList"/>
    <dgm:cxn modelId="{51707ED8-EA25-4521-BDA4-12329C2A93A0}" srcId="{BD9F2A24-0E8C-46B1-9E40-F0FF6EF2C26F}" destId="{8496C6B8-83A7-4367-8504-DAA6220B81EE}" srcOrd="0" destOrd="0" parTransId="{DB0253C3-33B5-4382-B240-1F9D241BDF82}" sibTransId="{75EAB0C5-BCA4-49F7-8312-2A9F13BA593E}"/>
    <dgm:cxn modelId="{122C58E8-E3E4-497A-B6AA-234CA40F70E5}" srcId="{E21B89EB-65B0-4BE4-B470-4322A570A9FD}" destId="{B805B471-6EE3-4033-919C-B265618891F7}" srcOrd="0" destOrd="0" parTransId="{539AF3EC-AB3A-428F-AF19-2F8B0D027546}" sibTransId="{AAA3CD39-889E-4499-B9FC-5B08A5EFB70C}"/>
    <dgm:cxn modelId="{0D7EEBFB-4285-4F4F-A62D-C911CD279F2C}" type="presOf" srcId="{465E4EDC-FBBC-4672-B787-2919E34F4E80}" destId="{78BFB082-08D1-4247-A102-075CF899A394}" srcOrd="0" destOrd="0" presId="urn:microsoft.com/office/officeart/2016/7/layout/VerticalSolidActionList"/>
    <dgm:cxn modelId="{C4DAC8FD-FCA9-4940-B460-80FFB9040638}" srcId="{4E9A7F95-AD34-461C-A592-F4F7012D9DC7}" destId="{4A72CDBD-FF72-4E1E-9A06-E20DBD04BFE4}" srcOrd="0" destOrd="0" parTransId="{5E37C14F-1286-43AF-A235-9C8B16902B86}" sibTransId="{5D5832E1-855B-4E43-8ACF-7BCC689B29A6}"/>
    <dgm:cxn modelId="{B39332A2-125B-4934-88EA-4D2927967274}" type="presParOf" srcId="{A0BE90A3-6E5E-4873-A109-C95F7CD6E67A}" destId="{14374EB3-597F-46D1-9842-5B80F4021E94}" srcOrd="0" destOrd="0" presId="urn:microsoft.com/office/officeart/2016/7/layout/VerticalSolidActionList"/>
    <dgm:cxn modelId="{428ED561-0225-4525-BCE4-001A3C25D8DD}" type="presParOf" srcId="{14374EB3-597F-46D1-9842-5B80F4021E94}" destId="{DDD13405-64F5-4B63-A860-693D1CFE5828}" srcOrd="0" destOrd="0" presId="urn:microsoft.com/office/officeart/2016/7/layout/VerticalSolidActionList"/>
    <dgm:cxn modelId="{548DD8C4-882C-4582-8DC8-7918FCFCA4B5}" type="presParOf" srcId="{14374EB3-597F-46D1-9842-5B80F4021E94}" destId="{6E6E9DCF-4CAF-43D2-BE35-B1A3F2C04F7E}" srcOrd="1" destOrd="0" presId="urn:microsoft.com/office/officeart/2016/7/layout/VerticalSolidActionList"/>
    <dgm:cxn modelId="{15FB3083-FDC8-4424-B70C-666838EA2098}" type="presParOf" srcId="{A0BE90A3-6E5E-4873-A109-C95F7CD6E67A}" destId="{D2B34241-3BC1-4FB5-95EA-15BE660EC253}" srcOrd="1" destOrd="0" presId="urn:microsoft.com/office/officeart/2016/7/layout/VerticalSolidActionList"/>
    <dgm:cxn modelId="{9956F11F-0D21-476B-BE42-2B462F6215BA}" type="presParOf" srcId="{A0BE90A3-6E5E-4873-A109-C95F7CD6E67A}" destId="{4319F157-A9A1-4CCD-8AD7-2D4CDF807138}" srcOrd="2" destOrd="0" presId="urn:microsoft.com/office/officeart/2016/7/layout/VerticalSolidActionList"/>
    <dgm:cxn modelId="{31A7DFF5-DF26-4E21-B188-7B1BAEB5EC51}" type="presParOf" srcId="{4319F157-A9A1-4CCD-8AD7-2D4CDF807138}" destId="{4C1853BE-BE4A-46B0-9393-F2BCBEBF8222}" srcOrd="0" destOrd="0" presId="urn:microsoft.com/office/officeart/2016/7/layout/VerticalSolidActionList"/>
    <dgm:cxn modelId="{D7D46755-7D20-477F-9D1C-C949E99F8F24}" type="presParOf" srcId="{4319F157-A9A1-4CCD-8AD7-2D4CDF807138}" destId="{5995E936-0DD1-41AD-8F9C-2945F951C7D2}" srcOrd="1" destOrd="0" presId="urn:microsoft.com/office/officeart/2016/7/layout/VerticalSolidActionList"/>
    <dgm:cxn modelId="{B7467CCF-7EC6-4C68-A95A-C476204B8B3E}" type="presParOf" srcId="{A0BE90A3-6E5E-4873-A109-C95F7CD6E67A}" destId="{B4AF4B4E-7C35-479C-9C58-C7883B51B1F4}" srcOrd="3" destOrd="0" presId="urn:microsoft.com/office/officeart/2016/7/layout/VerticalSolidActionList"/>
    <dgm:cxn modelId="{D6E797E0-1F46-4C51-995D-92185E313F1A}" type="presParOf" srcId="{A0BE90A3-6E5E-4873-A109-C95F7CD6E67A}" destId="{131D445A-5968-4FE9-BC78-B69F2EDC46EB}" srcOrd="4" destOrd="0" presId="urn:microsoft.com/office/officeart/2016/7/layout/VerticalSolidActionList"/>
    <dgm:cxn modelId="{75D1EA3B-F54F-47DC-BC0B-50795C8A3904}" type="presParOf" srcId="{131D445A-5968-4FE9-BC78-B69F2EDC46EB}" destId="{AA50FFE4-C838-4DC5-B1C6-6BDD098BFBE2}" srcOrd="0" destOrd="0" presId="urn:microsoft.com/office/officeart/2016/7/layout/VerticalSolidActionList"/>
    <dgm:cxn modelId="{71ABBC54-CB26-4F87-A9C2-515BBDD2B681}" type="presParOf" srcId="{131D445A-5968-4FE9-BC78-B69F2EDC46EB}" destId="{8A998150-3310-49CE-A5A3-93E2A5917A02}" srcOrd="1" destOrd="0" presId="urn:microsoft.com/office/officeart/2016/7/layout/VerticalSolidActionList"/>
    <dgm:cxn modelId="{8F9F53F0-13E2-4BD6-9AF0-5CDD16F3D838}" type="presParOf" srcId="{A0BE90A3-6E5E-4873-A109-C95F7CD6E67A}" destId="{1208D371-D28E-46EC-B7B3-0A757C9557E8}" srcOrd="5" destOrd="0" presId="urn:microsoft.com/office/officeart/2016/7/layout/VerticalSolidActionList"/>
    <dgm:cxn modelId="{147D9DA7-DBF4-44A1-B084-B42BF68259A0}" type="presParOf" srcId="{A0BE90A3-6E5E-4873-A109-C95F7CD6E67A}" destId="{9049C4C5-9F14-4309-8533-B2D9D976E108}" srcOrd="6" destOrd="0" presId="urn:microsoft.com/office/officeart/2016/7/layout/VerticalSolidActionList"/>
    <dgm:cxn modelId="{30336B22-DB4F-44B2-9691-553B5A3321DD}" type="presParOf" srcId="{9049C4C5-9F14-4309-8533-B2D9D976E108}" destId="{78BFB082-08D1-4247-A102-075CF899A394}" srcOrd="0" destOrd="0" presId="urn:microsoft.com/office/officeart/2016/7/layout/VerticalSolidActionList"/>
    <dgm:cxn modelId="{D885A475-345F-415C-A90F-B64B505FAB80}" type="presParOf" srcId="{9049C4C5-9F14-4309-8533-B2D9D976E108}" destId="{03D460BB-6C41-4795-A83E-10C5C6EA24A3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C79AD9E-74F2-4F78-8DFD-C558BFEE265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56E2AD-6712-4FE6-970C-AC68D489C0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Conduct blameless post-mortems after incidents</a:t>
          </a:r>
        </a:p>
      </dgm:t>
    </dgm:pt>
    <dgm:pt modelId="{32BE8D07-5C62-47F2-8BAB-F11492465DE4}" type="parTrans" cxnId="{6B9A5692-7208-4C86-8E22-7C1DB5EF15FB}">
      <dgm:prSet/>
      <dgm:spPr/>
      <dgm:t>
        <a:bodyPr/>
        <a:lstStyle/>
        <a:p>
          <a:endParaRPr lang="en-US"/>
        </a:p>
      </dgm:t>
    </dgm:pt>
    <dgm:pt modelId="{6422198A-1DC0-4F3E-A380-287BB6D5378A}" type="sibTrans" cxnId="{6B9A5692-7208-4C86-8E22-7C1DB5EF15F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4A2E9AD-60D5-4EF8-B5F6-4CB524D3C4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Identify root causes and contributing factors</a:t>
          </a:r>
        </a:p>
      </dgm:t>
    </dgm:pt>
    <dgm:pt modelId="{04B74299-2D34-4C30-BAB0-E39A4678F912}" type="parTrans" cxnId="{84DCA290-4724-4749-8C02-C1C9416BC012}">
      <dgm:prSet/>
      <dgm:spPr/>
      <dgm:t>
        <a:bodyPr/>
        <a:lstStyle/>
        <a:p>
          <a:endParaRPr lang="en-US"/>
        </a:p>
      </dgm:t>
    </dgm:pt>
    <dgm:pt modelId="{4D34B3BE-8E52-4227-81E0-F3C02181915A}" type="sibTrans" cxnId="{84DCA290-4724-4749-8C02-C1C9416BC01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BD69A14-65B4-4452-B88F-9A25B92DD8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Document lessons learned and improvement actions</a:t>
          </a:r>
        </a:p>
      </dgm:t>
    </dgm:pt>
    <dgm:pt modelId="{CEC73554-C505-4889-B039-30BCB8C742E3}" type="parTrans" cxnId="{1040C92B-BA26-46C0-936C-98D47FAA63BD}">
      <dgm:prSet/>
      <dgm:spPr/>
      <dgm:t>
        <a:bodyPr/>
        <a:lstStyle/>
        <a:p>
          <a:endParaRPr lang="en-US"/>
        </a:p>
      </dgm:t>
    </dgm:pt>
    <dgm:pt modelId="{2D712C86-D301-4E6E-BCB0-6AEC30AAF0FD}" type="sibTrans" cxnId="{1040C92B-BA26-46C0-936C-98D47FAA63B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29EC6C7-874B-466D-B49B-E13C458574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Continuously refine alerts, playbooks, and systems</a:t>
          </a:r>
        </a:p>
      </dgm:t>
    </dgm:pt>
    <dgm:pt modelId="{94F79DF6-B1D2-4175-BB5B-2B9010092641}" type="parTrans" cxnId="{3F3E9D97-BCAE-4C66-97F5-737DAC0B613D}">
      <dgm:prSet/>
      <dgm:spPr/>
      <dgm:t>
        <a:bodyPr/>
        <a:lstStyle/>
        <a:p>
          <a:endParaRPr lang="en-US"/>
        </a:p>
      </dgm:t>
    </dgm:pt>
    <dgm:pt modelId="{AA62AFC3-5F55-4D0F-9BCC-6923E9B5C508}" type="sibTrans" cxnId="{3F3E9D97-BCAE-4C66-97F5-737DAC0B613D}">
      <dgm:prSet/>
      <dgm:spPr/>
      <dgm:t>
        <a:bodyPr/>
        <a:lstStyle/>
        <a:p>
          <a:endParaRPr lang="en-US"/>
        </a:p>
      </dgm:t>
    </dgm:pt>
    <dgm:pt modelId="{AEF4EAF5-4024-43F2-A4FB-A95A37512AF9}" type="pres">
      <dgm:prSet presAssocID="{DC79AD9E-74F2-4F78-8DFD-C558BFEE2652}" presName="root" presStyleCnt="0">
        <dgm:presLayoutVars>
          <dgm:dir/>
          <dgm:resizeHandles val="exact"/>
        </dgm:presLayoutVars>
      </dgm:prSet>
      <dgm:spPr/>
    </dgm:pt>
    <dgm:pt modelId="{5AA3C0F4-0271-49FC-9509-E3190929F9B6}" type="pres">
      <dgm:prSet presAssocID="{DC79AD9E-74F2-4F78-8DFD-C558BFEE2652}" presName="container" presStyleCnt="0">
        <dgm:presLayoutVars>
          <dgm:dir/>
          <dgm:resizeHandles val="exact"/>
        </dgm:presLayoutVars>
      </dgm:prSet>
      <dgm:spPr/>
    </dgm:pt>
    <dgm:pt modelId="{E215689F-87D6-46B8-ABCC-6D20967B1B2C}" type="pres">
      <dgm:prSet presAssocID="{F756E2AD-6712-4FE6-970C-AC68D489C09F}" presName="compNode" presStyleCnt="0"/>
      <dgm:spPr/>
    </dgm:pt>
    <dgm:pt modelId="{144B25DE-4FBB-4B69-9E69-BD71A2ED4BF8}" type="pres">
      <dgm:prSet presAssocID="{F756E2AD-6712-4FE6-970C-AC68D489C09F}" presName="iconBgRect" presStyleLbl="bgShp" presStyleIdx="0" presStyleCnt="4"/>
      <dgm:spPr/>
    </dgm:pt>
    <dgm:pt modelId="{99F1CC64-C579-4039-8BD9-7995CF2B1624}" type="pres">
      <dgm:prSet presAssocID="{F756E2AD-6712-4FE6-970C-AC68D489C09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4DC9F33-7EAF-4836-ACE7-FB87B73B7B62}" type="pres">
      <dgm:prSet presAssocID="{F756E2AD-6712-4FE6-970C-AC68D489C09F}" presName="spaceRect" presStyleCnt="0"/>
      <dgm:spPr/>
    </dgm:pt>
    <dgm:pt modelId="{3B1041CD-21F3-4422-AA4E-DBE110A51498}" type="pres">
      <dgm:prSet presAssocID="{F756E2AD-6712-4FE6-970C-AC68D489C09F}" presName="textRect" presStyleLbl="revTx" presStyleIdx="0" presStyleCnt="4">
        <dgm:presLayoutVars>
          <dgm:chMax val="1"/>
          <dgm:chPref val="1"/>
        </dgm:presLayoutVars>
      </dgm:prSet>
      <dgm:spPr/>
    </dgm:pt>
    <dgm:pt modelId="{1332BA99-C641-4C4E-841F-0F5754F1B661}" type="pres">
      <dgm:prSet presAssocID="{6422198A-1DC0-4F3E-A380-287BB6D5378A}" presName="sibTrans" presStyleLbl="sibTrans2D1" presStyleIdx="0" presStyleCnt="0"/>
      <dgm:spPr/>
    </dgm:pt>
    <dgm:pt modelId="{B3FCBD2F-883F-4400-B4C6-7C21FB96B567}" type="pres">
      <dgm:prSet presAssocID="{44A2E9AD-60D5-4EF8-B5F6-4CB524D3C4FA}" presName="compNode" presStyleCnt="0"/>
      <dgm:spPr/>
    </dgm:pt>
    <dgm:pt modelId="{C5F36DDC-B97B-45B5-B217-8D6BBAB38B7A}" type="pres">
      <dgm:prSet presAssocID="{44A2E9AD-60D5-4EF8-B5F6-4CB524D3C4FA}" presName="iconBgRect" presStyleLbl="bgShp" presStyleIdx="1" presStyleCnt="4"/>
      <dgm:spPr/>
    </dgm:pt>
    <dgm:pt modelId="{0A757F54-1800-4F68-B0BE-BFA32EFF9498}" type="pres">
      <dgm:prSet presAssocID="{44A2E9AD-60D5-4EF8-B5F6-4CB524D3C4F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B7823C6-DA07-4097-B74E-7198B153B055}" type="pres">
      <dgm:prSet presAssocID="{44A2E9AD-60D5-4EF8-B5F6-4CB524D3C4FA}" presName="spaceRect" presStyleCnt="0"/>
      <dgm:spPr/>
    </dgm:pt>
    <dgm:pt modelId="{1FAAFDD8-209F-4917-9C40-4E45DC0A7555}" type="pres">
      <dgm:prSet presAssocID="{44A2E9AD-60D5-4EF8-B5F6-4CB524D3C4FA}" presName="textRect" presStyleLbl="revTx" presStyleIdx="1" presStyleCnt="4">
        <dgm:presLayoutVars>
          <dgm:chMax val="1"/>
          <dgm:chPref val="1"/>
        </dgm:presLayoutVars>
      </dgm:prSet>
      <dgm:spPr/>
    </dgm:pt>
    <dgm:pt modelId="{C4CED520-425C-408B-B594-63DE430B3331}" type="pres">
      <dgm:prSet presAssocID="{4D34B3BE-8E52-4227-81E0-F3C02181915A}" presName="sibTrans" presStyleLbl="sibTrans2D1" presStyleIdx="0" presStyleCnt="0"/>
      <dgm:spPr/>
    </dgm:pt>
    <dgm:pt modelId="{39513051-A408-45F8-8A37-BD710CC56919}" type="pres">
      <dgm:prSet presAssocID="{5BD69A14-65B4-4452-B88F-9A25B92DD8AA}" presName="compNode" presStyleCnt="0"/>
      <dgm:spPr/>
    </dgm:pt>
    <dgm:pt modelId="{FCDBA974-1877-4867-8B9E-DFF2889FF087}" type="pres">
      <dgm:prSet presAssocID="{5BD69A14-65B4-4452-B88F-9A25B92DD8AA}" presName="iconBgRect" presStyleLbl="bgShp" presStyleIdx="2" presStyleCnt="4"/>
      <dgm:spPr/>
    </dgm:pt>
    <dgm:pt modelId="{883993CC-F980-4B9B-B1CB-9AB54F16FDF0}" type="pres">
      <dgm:prSet presAssocID="{5BD69A14-65B4-4452-B88F-9A25B92DD8A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51E493B1-64BA-4738-A2CB-2A5A1B8FC98F}" type="pres">
      <dgm:prSet presAssocID="{5BD69A14-65B4-4452-B88F-9A25B92DD8AA}" presName="spaceRect" presStyleCnt="0"/>
      <dgm:spPr/>
    </dgm:pt>
    <dgm:pt modelId="{2022A35D-0F3B-4CDE-9322-A94BE6225F91}" type="pres">
      <dgm:prSet presAssocID="{5BD69A14-65B4-4452-B88F-9A25B92DD8AA}" presName="textRect" presStyleLbl="revTx" presStyleIdx="2" presStyleCnt="4">
        <dgm:presLayoutVars>
          <dgm:chMax val="1"/>
          <dgm:chPref val="1"/>
        </dgm:presLayoutVars>
      </dgm:prSet>
      <dgm:spPr/>
    </dgm:pt>
    <dgm:pt modelId="{E1C3DBB0-DF12-4200-8F05-22B56EB9E70A}" type="pres">
      <dgm:prSet presAssocID="{2D712C86-D301-4E6E-BCB0-6AEC30AAF0FD}" presName="sibTrans" presStyleLbl="sibTrans2D1" presStyleIdx="0" presStyleCnt="0"/>
      <dgm:spPr/>
    </dgm:pt>
    <dgm:pt modelId="{21D26E0B-7A8E-4813-88F5-4CEF33CEC4B7}" type="pres">
      <dgm:prSet presAssocID="{929EC6C7-874B-466D-B49B-E13C4585740C}" presName="compNode" presStyleCnt="0"/>
      <dgm:spPr/>
    </dgm:pt>
    <dgm:pt modelId="{C3EE070D-B3FB-4FB4-B6B6-000A428BBCC8}" type="pres">
      <dgm:prSet presAssocID="{929EC6C7-874B-466D-B49B-E13C4585740C}" presName="iconBgRect" presStyleLbl="bgShp" presStyleIdx="3" presStyleCnt="4"/>
      <dgm:spPr/>
    </dgm:pt>
    <dgm:pt modelId="{3B0A0A16-87E1-43CB-A92C-5BDCB2C7782E}" type="pres">
      <dgm:prSet presAssocID="{929EC6C7-874B-466D-B49B-E13C4585740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1B07BA5F-6FDF-48A3-B0DF-B8AEDF3839DB}" type="pres">
      <dgm:prSet presAssocID="{929EC6C7-874B-466D-B49B-E13C4585740C}" presName="spaceRect" presStyleCnt="0"/>
      <dgm:spPr/>
    </dgm:pt>
    <dgm:pt modelId="{E7A87FE0-178A-4C49-9097-D58CEF20F3F4}" type="pres">
      <dgm:prSet presAssocID="{929EC6C7-874B-466D-B49B-E13C4585740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CA8880B-3470-457E-87BD-A81CDD83FAB8}" type="presOf" srcId="{4D34B3BE-8E52-4227-81E0-F3C02181915A}" destId="{C4CED520-425C-408B-B594-63DE430B3331}" srcOrd="0" destOrd="0" presId="urn:microsoft.com/office/officeart/2018/2/layout/IconCircleList"/>
    <dgm:cxn modelId="{1040C92B-BA26-46C0-936C-98D47FAA63BD}" srcId="{DC79AD9E-74F2-4F78-8DFD-C558BFEE2652}" destId="{5BD69A14-65B4-4452-B88F-9A25B92DD8AA}" srcOrd="2" destOrd="0" parTransId="{CEC73554-C505-4889-B039-30BCB8C742E3}" sibTransId="{2D712C86-D301-4E6E-BCB0-6AEC30AAF0FD}"/>
    <dgm:cxn modelId="{D32D3440-1C2A-4CC3-8397-66791B033341}" type="presOf" srcId="{44A2E9AD-60D5-4EF8-B5F6-4CB524D3C4FA}" destId="{1FAAFDD8-209F-4917-9C40-4E45DC0A7555}" srcOrd="0" destOrd="0" presId="urn:microsoft.com/office/officeart/2018/2/layout/IconCircleList"/>
    <dgm:cxn modelId="{5B91DB41-E73E-4FF6-8981-8F1ECE1D81B6}" type="presOf" srcId="{929EC6C7-874B-466D-B49B-E13C4585740C}" destId="{E7A87FE0-178A-4C49-9097-D58CEF20F3F4}" srcOrd="0" destOrd="0" presId="urn:microsoft.com/office/officeart/2018/2/layout/IconCircleList"/>
    <dgm:cxn modelId="{6688FC45-C5EA-45E7-87E3-BB5A6A50C11D}" type="presOf" srcId="{2D712C86-D301-4E6E-BCB0-6AEC30AAF0FD}" destId="{E1C3DBB0-DF12-4200-8F05-22B56EB9E70A}" srcOrd="0" destOrd="0" presId="urn:microsoft.com/office/officeart/2018/2/layout/IconCircleList"/>
    <dgm:cxn modelId="{DF70444A-F9D4-47BD-8B76-1194B384CA6C}" type="presOf" srcId="{DC79AD9E-74F2-4F78-8DFD-C558BFEE2652}" destId="{AEF4EAF5-4024-43F2-A4FB-A95A37512AF9}" srcOrd="0" destOrd="0" presId="urn:microsoft.com/office/officeart/2018/2/layout/IconCircleList"/>
    <dgm:cxn modelId="{2D1DC96E-8D6B-43F1-A338-61F3749F83C3}" type="presOf" srcId="{6422198A-1DC0-4F3E-A380-287BB6D5378A}" destId="{1332BA99-C641-4C4E-841F-0F5754F1B661}" srcOrd="0" destOrd="0" presId="urn:microsoft.com/office/officeart/2018/2/layout/IconCircleList"/>
    <dgm:cxn modelId="{01EEB886-CE96-44EC-B1B3-2B05DE9B5B93}" type="presOf" srcId="{F756E2AD-6712-4FE6-970C-AC68D489C09F}" destId="{3B1041CD-21F3-4422-AA4E-DBE110A51498}" srcOrd="0" destOrd="0" presId="urn:microsoft.com/office/officeart/2018/2/layout/IconCircleList"/>
    <dgm:cxn modelId="{E28DAE89-6F92-4EAC-9893-6BC10CE40F2E}" type="presOf" srcId="{5BD69A14-65B4-4452-B88F-9A25B92DD8AA}" destId="{2022A35D-0F3B-4CDE-9322-A94BE6225F91}" srcOrd="0" destOrd="0" presId="urn:microsoft.com/office/officeart/2018/2/layout/IconCircleList"/>
    <dgm:cxn modelId="{84DCA290-4724-4749-8C02-C1C9416BC012}" srcId="{DC79AD9E-74F2-4F78-8DFD-C558BFEE2652}" destId="{44A2E9AD-60D5-4EF8-B5F6-4CB524D3C4FA}" srcOrd="1" destOrd="0" parTransId="{04B74299-2D34-4C30-BAB0-E39A4678F912}" sibTransId="{4D34B3BE-8E52-4227-81E0-F3C02181915A}"/>
    <dgm:cxn modelId="{6B9A5692-7208-4C86-8E22-7C1DB5EF15FB}" srcId="{DC79AD9E-74F2-4F78-8DFD-C558BFEE2652}" destId="{F756E2AD-6712-4FE6-970C-AC68D489C09F}" srcOrd="0" destOrd="0" parTransId="{32BE8D07-5C62-47F2-8BAB-F11492465DE4}" sibTransId="{6422198A-1DC0-4F3E-A380-287BB6D5378A}"/>
    <dgm:cxn modelId="{3F3E9D97-BCAE-4C66-97F5-737DAC0B613D}" srcId="{DC79AD9E-74F2-4F78-8DFD-C558BFEE2652}" destId="{929EC6C7-874B-466D-B49B-E13C4585740C}" srcOrd="3" destOrd="0" parTransId="{94F79DF6-B1D2-4175-BB5B-2B9010092641}" sibTransId="{AA62AFC3-5F55-4D0F-9BCC-6923E9B5C508}"/>
    <dgm:cxn modelId="{1253F91D-3856-479D-B352-58090378ED6A}" type="presParOf" srcId="{AEF4EAF5-4024-43F2-A4FB-A95A37512AF9}" destId="{5AA3C0F4-0271-49FC-9509-E3190929F9B6}" srcOrd="0" destOrd="0" presId="urn:microsoft.com/office/officeart/2018/2/layout/IconCircleList"/>
    <dgm:cxn modelId="{4AB3E4FF-5CAA-4409-A471-A67809BEE233}" type="presParOf" srcId="{5AA3C0F4-0271-49FC-9509-E3190929F9B6}" destId="{E215689F-87D6-46B8-ABCC-6D20967B1B2C}" srcOrd="0" destOrd="0" presId="urn:microsoft.com/office/officeart/2018/2/layout/IconCircleList"/>
    <dgm:cxn modelId="{7B944642-546C-4B00-8049-A18C992B3B59}" type="presParOf" srcId="{E215689F-87D6-46B8-ABCC-6D20967B1B2C}" destId="{144B25DE-4FBB-4B69-9E69-BD71A2ED4BF8}" srcOrd="0" destOrd="0" presId="urn:microsoft.com/office/officeart/2018/2/layout/IconCircleList"/>
    <dgm:cxn modelId="{C6E3FC2A-5DEF-4F0A-95B7-078956CEB407}" type="presParOf" srcId="{E215689F-87D6-46B8-ABCC-6D20967B1B2C}" destId="{99F1CC64-C579-4039-8BD9-7995CF2B1624}" srcOrd="1" destOrd="0" presId="urn:microsoft.com/office/officeart/2018/2/layout/IconCircleList"/>
    <dgm:cxn modelId="{0EB2C872-3ACF-4AA9-90CF-59ED4111B0FF}" type="presParOf" srcId="{E215689F-87D6-46B8-ABCC-6D20967B1B2C}" destId="{64DC9F33-7EAF-4836-ACE7-FB87B73B7B62}" srcOrd="2" destOrd="0" presId="urn:microsoft.com/office/officeart/2018/2/layout/IconCircleList"/>
    <dgm:cxn modelId="{DB9428C6-BF66-4658-83D2-52EC198AF0DA}" type="presParOf" srcId="{E215689F-87D6-46B8-ABCC-6D20967B1B2C}" destId="{3B1041CD-21F3-4422-AA4E-DBE110A51498}" srcOrd="3" destOrd="0" presId="urn:microsoft.com/office/officeart/2018/2/layout/IconCircleList"/>
    <dgm:cxn modelId="{C3EDB9D5-8F74-4940-8944-1D11FE247DCF}" type="presParOf" srcId="{5AA3C0F4-0271-49FC-9509-E3190929F9B6}" destId="{1332BA99-C641-4C4E-841F-0F5754F1B661}" srcOrd="1" destOrd="0" presId="urn:microsoft.com/office/officeart/2018/2/layout/IconCircleList"/>
    <dgm:cxn modelId="{7B7D2716-3D3A-4003-89EB-3D7C40228401}" type="presParOf" srcId="{5AA3C0F4-0271-49FC-9509-E3190929F9B6}" destId="{B3FCBD2F-883F-4400-B4C6-7C21FB96B567}" srcOrd="2" destOrd="0" presId="urn:microsoft.com/office/officeart/2018/2/layout/IconCircleList"/>
    <dgm:cxn modelId="{50387677-072D-4BED-899E-148CCC3EBF5C}" type="presParOf" srcId="{B3FCBD2F-883F-4400-B4C6-7C21FB96B567}" destId="{C5F36DDC-B97B-45B5-B217-8D6BBAB38B7A}" srcOrd="0" destOrd="0" presId="urn:microsoft.com/office/officeart/2018/2/layout/IconCircleList"/>
    <dgm:cxn modelId="{018FC8B2-BB4C-4219-9492-A775A53004EC}" type="presParOf" srcId="{B3FCBD2F-883F-4400-B4C6-7C21FB96B567}" destId="{0A757F54-1800-4F68-B0BE-BFA32EFF9498}" srcOrd="1" destOrd="0" presId="urn:microsoft.com/office/officeart/2018/2/layout/IconCircleList"/>
    <dgm:cxn modelId="{11577524-DD41-45BE-8D66-069C36E7C92B}" type="presParOf" srcId="{B3FCBD2F-883F-4400-B4C6-7C21FB96B567}" destId="{5B7823C6-DA07-4097-B74E-7198B153B055}" srcOrd="2" destOrd="0" presId="urn:microsoft.com/office/officeart/2018/2/layout/IconCircleList"/>
    <dgm:cxn modelId="{7560D5EB-1537-4394-9A1E-FE1B92B9160B}" type="presParOf" srcId="{B3FCBD2F-883F-4400-B4C6-7C21FB96B567}" destId="{1FAAFDD8-209F-4917-9C40-4E45DC0A7555}" srcOrd="3" destOrd="0" presId="urn:microsoft.com/office/officeart/2018/2/layout/IconCircleList"/>
    <dgm:cxn modelId="{A698ADF5-14AB-47A5-BE6C-F77EC6FAD8C9}" type="presParOf" srcId="{5AA3C0F4-0271-49FC-9509-E3190929F9B6}" destId="{C4CED520-425C-408B-B594-63DE430B3331}" srcOrd="3" destOrd="0" presId="urn:microsoft.com/office/officeart/2018/2/layout/IconCircleList"/>
    <dgm:cxn modelId="{8AA47973-CAA1-4879-83AD-208AA9C5E048}" type="presParOf" srcId="{5AA3C0F4-0271-49FC-9509-E3190929F9B6}" destId="{39513051-A408-45F8-8A37-BD710CC56919}" srcOrd="4" destOrd="0" presId="urn:microsoft.com/office/officeart/2018/2/layout/IconCircleList"/>
    <dgm:cxn modelId="{686A3815-E624-426D-99E5-95569D6876F2}" type="presParOf" srcId="{39513051-A408-45F8-8A37-BD710CC56919}" destId="{FCDBA974-1877-4867-8B9E-DFF2889FF087}" srcOrd="0" destOrd="0" presId="urn:microsoft.com/office/officeart/2018/2/layout/IconCircleList"/>
    <dgm:cxn modelId="{500C0A81-0B17-4B2D-87AA-1FFAED76D9EF}" type="presParOf" srcId="{39513051-A408-45F8-8A37-BD710CC56919}" destId="{883993CC-F980-4B9B-B1CB-9AB54F16FDF0}" srcOrd="1" destOrd="0" presId="urn:microsoft.com/office/officeart/2018/2/layout/IconCircleList"/>
    <dgm:cxn modelId="{7DE01722-4981-47F7-838E-D8DEF00BF66C}" type="presParOf" srcId="{39513051-A408-45F8-8A37-BD710CC56919}" destId="{51E493B1-64BA-4738-A2CB-2A5A1B8FC98F}" srcOrd="2" destOrd="0" presId="urn:microsoft.com/office/officeart/2018/2/layout/IconCircleList"/>
    <dgm:cxn modelId="{CCD77102-2C7E-43B6-BA3F-39291AFB4A79}" type="presParOf" srcId="{39513051-A408-45F8-8A37-BD710CC56919}" destId="{2022A35D-0F3B-4CDE-9322-A94BE6225F91}" srcOrd="3" destOrd="0" presId="urn:microsoft.com/office/officeart/2018/2/layout/IconCircleList"/>
    <dgm:cxn modelId="{F39203AC-A6A7-4D1B-B28D-F1933EDA9C73}" type="presParOf" srcId="{5AA3C0F4-0271-49FC-9509-E3190929F9B6}" destId="{E1C3DBB0-DF12-4200-8F05-22B56EB9E70A}" srcOrd="5" destOrd="0" presId="urn:microsoft.com/office/officeart/2018/2/layout/IconCircleList"/>
    <dgm:cxn modelId="{A4DE9BEC-ED50-4968-AD1D-C6021686FC04}" type="presParOf" srcId="{5AA3C0F4-0271-49FC-9509-E3190929F9B6}" destId="{21D26E0B-7A8E-4813-88F5-4CEF33CEC4B7}" srcOrd="6" destOrd="0" presId="urn:microsoft.com/office/officeart/2018/2/layout/IconCircleList"/>
    <dgm:cxn modelId="{1A9148DC-224C-4156-82F6-BC8ECBFD67F2}" type="presParOf" srcId="{21D26E0B-7A8E-4813-88F5-4CEF33CEC4B7}" destId="{C3EE070D-B3FB-4FB4-B6B6-000A428BBCC8}" srcOrd="0" destOrd="0" presId="urn:microsoft.com/office/officeart/2018/2/layout/IconCircleList"/>
    <dgm:cxn modelId="{FBFCBEDD-09B1-4BCE-AF32-63CED22D6C88}" type="presParOf" srcId="{21D26E0B-7A8E-4813-88F5-4CEF33CEC4B7}" destId="{3B0A0A16-87E1-43CB-A92C-5BDCB2C7782E}" srcOrd="1" destOrd="0" presId="urn:microsoft.com/office/officeart/2018/2/layout/IconCircleList"/>
    <dgm:cxn modelId="{B1712599-DE08-4C1F-ACC8-090326A1CAAB}" type="presParOf" srcId="{21D26E0B-7A8E-4813-88F5-4CEF33CEC4B7}" destId="{1B07BA5F-6FDF-48A3-B0DF-B8AEDF3839DB}" srcOrd="2" destOrd="0" presId="urn:microsoft.com/office/officeart/2018/2/layout/IconCircleList"/>
    <dgm:cxn modelId="{02CE925A-3F10-41A7-BF60-EFC0BE5BA387}" type="presParOf" srcId="{21D26E0B-7A8E-4813-88F5-4CEF33CEC4B7}" destId="{E7A87FE0-178A-4C49-9097-D58CEF20F3F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C8131BE-FBA7-4964-B4C3-FCEF0C24F73C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CD981CC-AEEB-4957-9333-5788BB98E732}">
      <dgm:prSet/>
      <dgm:spPr/>
      <dgm:t>
        <a:bodyPr/>
        <a:lstStyle/>
        <a:p>
          <a:r>
            <a:rPr lang="en-US"/>
            <a:t>Mean Time to Acknowledge (MTTA)</a:t>
          </a:r>
        </a:p>
      </dgm:t>
    </dgm:pt>
    <dgm:pt modelId="{09875DA2-3853-433A-A130-868CFF7CEAB3}" type="parTrans" cxnId="{5303A366-A751-4A79-9FA4-4D247204EC68}">
      <dgm:prSet/>
      <dgm:spPr/>
      <dgm:t>
        <a:bodyPr/>
        <a:lstStyle/>
        <a:p>
          <a:endParaRPr lang="en-US"/>
        </a:p>
      </dgm:t>
    </dgm:pt>
    <dgm:pt modelId="{48B4486B-1A1E-4B4E-AB17-4DC5CD272E6B}" type="sibTrans" cxnId="{5303A366-A751-4A79-9FA4-4D247204EC68}">
      <dgm:prSet/>
      <dgm:spPr/>
      <dgm:t>
        <a:bodyPr/>
        <a:lstStyle/>
        <a:p>
          <a:endParaRPr lang="en-US"/>
        </a:p>
      </dgm:t>
    </dgm:pt>
    <dgm:pt modelId="{52A9B866-BF70-4B95-8BF8-B0DBA298614C}">
      <dgm:prSet/>
      <dgm:spPr/>
      <dgm:t>
        <a:bodyPr/>
        <a:lstStyle/>
        <a:p>
          <a:r>
            <a:rPr lang="en-US"/>
            <a:t>Mean Time to Resolve (MTTR)</a:t>
          </a:r>
        </a:p>
      </dgm:t>
    </dgm:pt>
    <dgm:pt modelId="{C3AEB070-08ED-40E9-9855-B411AB2974A4}" type="parTrans" cxnId="{5B265FA9-8A02-4ACE-B7A3-1A8D2083BCE1}">
      <dgm:prSet/>
      <dgm:spPr/>
      <dgm:t>
        <a:bodyPr/>
        <a:lstStyle/>
        <a:p>
          <a:endParaRPr lang="en-US"/>
        </a:p>
      </dgm:t>
    </dgm:pt>
    <dgm:pt modelId="{5D7D3340-2CEF-453F-BB53-6BD2D66CFAE9}" type="sibTrans" cxnId="{5B265FA9-8A02-4ACE-B7A3-1A8D2083BCE1}">
      <dgm:prSet/>
      <dgm:spPr/>
      <dgm:t>
        <a:bodyPr/>
        <a:lstStyle/>
        <a:p>
          <a:endParaRPr lang="en-US"/>
        </a:p>
      </dgm:t>
    </dgm:pt>
    <dgm:pt modelId="{D390C554-6C41-4873-AE66-9293F3505C45}">
      <dgm:prSet/>
      <dgm:spPr/>
      <dgm:t>
        <a:bodyPr/>
        <a:lstStyle/>
        <a:p>
          <a:r>
            <a:rPr lang="en-US"/>
            <a:t>Number of alerts per on-call shift</a:t>
          </a:r>
        </a:p>
      </dgm:t>
    </dgm:pt>
    <dgm:pt modelId="{BDADDB37-EDFA-4613-9951-DD22C89993D9}" type="parTrans" cxnId="{82A37625-22E0-4B8C-B4C9-014006D82BE0}">
      <dgm:prSet/>
      <dgm:spPr/>
      <dgm:t>
        <a:bodyPr/>
        <a:lstStyle/>
        <a:p>
          <a:endParaRPr lang="en-US"/>
        </a:p>
      </dgm:t>
    </dgm:pt>
    <dgm:pt modelId="{26FF6B1E-10E7-4EFE-AE3E-C10A655A1A9E}" type="sibTrans" cxnId="{82A37625-22E0-4B8C-B4C9-014006D82BE0}">
      <dgm:prSet/>
      <dgm:spPr/>
      <dgm:t>
        <a:bodyPr/>
        <a:lstStyle/>
        <a:p>
          <a:endParaRPr lang="en-US"/>
        </a:p>
      </dgm:t>
    </dgm:pt>
    <dgm:pt modelId="{55A23254-7664-4277-B4A1-1AE38512156E}">
      <dgm:prSet/>
      <dgm:spPr/>
      <dgm:t>
        <a:bodyPr/>
        <a:lstStyle/>
        <a:p>
          <a:r>
            <a:rPr lang="en-US"/>
            <a:t>Frequency of escalations</a:t>
          </a:r>
        </a:p>
      </dgm:t>
    </dgm:pt>
    <dgm:pt modelId="{C2CAF6BF-095A-4E1B-8269-ED1E3CBBBD09}" type="parTrans" cxnId="{B854100A-8656-4DB3-9192-EB7C8E582B9F}">
      <dgm:prSet/>
      <dgm:spPr/>
      <dgm:t>
        <a:bodyPr/>
        <a:lstStyle/>
        <a:p>
          <a:endParaRPr lang="en-US"/>
        </a:p>
      </dgm:t>
    </dgm:pt>
    <dgm:pt modelId="{7D3FE024-03A7-48AF-9624-248852639A70}" type="sibTrans" cxnId="{B854100A-8656-4DB3-9192-EB7C8E582B9F}">
      <dgm:prSet/>
      <dgm:spPr/>
      <dgm:t>
        <a:bodyPr/>
        <a:lstStyle/>
        <a:p>
          <a:endParaRPr lang="en-US"/>
        </a:p>
      </dgm:t>
    </dgm:pt>
    <dgm:pt modelId="{0A8EB2D6-F0BD-41BA-8056-278BA4EC2350}" type="pres">
      <dgm:prSet presAssocID="{0C8131BE-FBA7-4964-B4C3-FCEF0C24F73C}" presName="matrix" presStyleCnt="0">
        <dgm:presLayoutVars>
          <dgm:chMax val="1"/>
          <dgm:dir/>
          <dgm:resizeHandles val="exact"/>
        </dgm:presLayoutVars>
      </dgm:prSet>
      <dgm:spPr/>
    </dgm:pt>
    <dgm:pt modelId="{AA2F47C6-B71B-443F-ADA7-5B033E446B1F}" type="pres">
      <dgm:prSet presAssocID="{0C8131BE-FBA7-4964-B4C3-FCEF0C24F73C}" presName="diamond" presStyleLbl="bgShp" presStyleIdx="0" presStyleCnt="1"/>
      <dgm:spPr/>
    </dgm:pt>
    <dgm:pt modelId="{2FEEB6D4-91BC-4A73-BD5C-A96219F303A9}" type="pres">
      <dgm:prSet presAssocID="{0C8131BE-FBA7-4964-B4C3-FCEF0C24F73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680A256-A817-4C50-B9CE-577AA173DCDC}" type="pres">
      <dgm:prSet presAssocID="{0C8131BE-FBA7-4964-B4C3-FCEF0C24F73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E3E9358-619F-48BC-A96F-4FBBDD04319D}" type="pres">
      <dgm:prSet presAssocID="{0C8131BE-FBA7-4964-B4C3-FCEF0C24F73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431C172-E180-403D-9A47-6922C4D27EF0}" type="pres">
      <dgm:prSet presAssocID="{0C8131BE-FBA7-4964-B4C3-FCEF0C24F73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854100A-8656-4DB3-9192-EB7C8E582B9F}" srcId="{0C8131BE-FBA7-4964-B4C3-FCEF0C24F73C}" destId="{55A23254-7664-4277-B4A1-1AE38512156E}" srcOrd="3" destOrd="0" parTransId="{C2CAF6BF-095A-4E1B-8269-ED1E3CBBBD09}" sibTransId="{7D3FE024-03A7-48AF-9624-248852639A70}"/>
    <dgm:cxn modelId="{82A37625-22E0-4B8C-B4C9-014006D82BE0}" srcId="{0C8131BE-FBA7-4964-B4C3-FCEF0C24F73C}" destId="{D390C554-6C41-4873-AE66-9293F3505C45}" srcOrd="2" destOrd="0" parTransId="{BDADDB37-EDFA-4613-9951-DD22C89993D9}" sibTransId="{26FF6B1E-10E7-4EFE-AE3E-C10A655A1A9E}"/>
    <dgm:cxn modelId="{F4B9D25F-F90D-4959-90A5-2E3CE3662CFC}" type="presOf" srcId="{55A23254-7664-4277-B4A1-1AE38512156E}" destId="{A431C172-E180-403D-9A47-6922C4D27EF0}" srcOrd="0" destOrd="0" presId="urn:microsoft.com/office/officeart/2005/8/layout/matrix3"/>
    <dgm:cxn modelId="{5303A366-A751-4A79-9FA4-4D247204EC68}" srcId="{0C8131BE-FBA7-4964-B4C3-FCEF0C24F73C}" destId="{6CD981CC-AEEB-4957-9333-5788BB98E732}" srcOrd="0" destOrd="0" parTransId="{09875DA2-3853-433A-A130-868CFF7CEAB3}" sibTransId="{48B4486B-1A1E-4B4E-AB17-4DC5CD272E6B}"/>
    <dgm:cxn modelId="{6BD35E4C-9AD4-4875-92A7-4592DFCF7D8F}" type="presOf" srcId="{0C8131BE-FBA7-4964-B4C3-FCEF0C24F73C}" destId="{0A8EB2D6-F0BD-41BA-8056-278BA4EC2350}" srcOrd="0" destOrd="0" presId="urn:microsoft.com/office/officeart/2005/8/layout/matrix3"/>
    <dgm:cxn modelId="{89DBAF70-D2A3-4D86-8DA5-C8EBF6346589}" type="presOf" srcId="{6CD981CC-AEEB-4957-9333-5788BB98E732}" destId="{2FEEB6D4-91BC-4A73-BD5C-A96219F303A9}" srcOrd="0" destOrd="0" presId="urn:microsoft.com/office/officeart/2005/8/layout/matrix3"/>
    <dgm:cxn modelId="{F5AA247E-F531-4713-88D6-4F2F63A88AE5}" type="presOf" srcId="{D390C554-6C41-4873-AE66-9293F3505C45}" destId="{0E3E9358-619F-48BC-A96F-4FBBDD04319D}" srcOrd="0" destOrd="0" presId="urn:microsoft.com/office/officeart/2005/8/layout/matrix3"/>
    <dgm:cxn modelId="{5B265FA9-8A02-4ACE-B7A3-1A8D2083BCE1}" srcId="{0C8131BE-FBA7-4964-B4C3-FCEF0C24F73C}" destId="{52A9B866-BF70-4B95-8BF8-B0DBA298614C}" srcOrd="1" destOrd="0" parTransId="{C3AEB070-08ED-40E9-9855-B411AB2974A4}" sibTransId="{5D7D3340-2CEF-453F-BB53-6BD2D66CFAE9}"/>
    <dgm:cxn modelId="{007706CD-C451-43D4-B2B4-72CEF7E5F8B0}" type="presOf" srcId="{52A9B866-BF70-4B95-8BF8-B0DBA298614C}" destId="{1680A256-A817-4C50-B9CE-577AA173DCDC}" srcOrd="0" destOrd="0" presId="urn:microsoft.com/office/officeart/2005/8/layout/matrix3"/>
    <dgm:cxn modelId="{759EF9A5-1D87-41F6-9450-BE005F1F5DD3}" type="presParOf" srcId="{0A8EB2D6-F0BD-41BA-8056-278BA4EC2350}" destId="{AA2F47C6-B71B-443F-ADA7-5B033E446B1F}" srcOrd="0" destOrd="0" presId="urn:microsoft.com/office/officeart/2005/8/layout/matrix3"/>
    <dgm:cxn modelId="{EF7B4880-462E-42E5-8DD3-E728374EBBAC}" type="presParOf" srcId="{0A8EB2D6-F0BD-41BA-8056-278BA4EC2350}" destId="{2FEEB6D4-91BC-4A73-BD5C-A96219F303A9}" srcOrd="1" destOrd="0" presId="urn:microsoft.com/office/officeart/2005/8/layout/matrix3"/>
    <dgm:cxn modelId="{F2EEF952-6941-4D87-9F5E-349101CE0CE4}" type="presParOf" srcId="{0A8EB2D6-F0BD-41BA-8056-278BA4EC2350}" destId="{1680A256-A817-4C50-B9CE-577AA173DCDC}" srcOrd="2" destOrd="0" presId="urn:microsoft.com/office/officeart/2005/8/layout/matrix3"/>
    <dgm:cxn modelId="{F1915CAA-A9DF-4BC3-A33E-888B3DE2DCF2}" type="presParOf" srcId="{0A8EB2D6-F0BD-41BA-8056-278BA4EC2350}" destId="{0E3E9358-619F-48BC-A96F-4FBBDD04319D}" srcOrd="3" destOrd="0" presId="urn:microsoft.com/office/officeart/2005/8/layout/matrix3"/>
    <dgm:cxn modelId="{5F333327-C186-4AD1-B8EB-DC9375E7D2D8}" type="presParOf" srcId="{0A8EB2D6-F0BD-41BA-8056-278BA4EC2350}" destId="{A431C172-E180-403D-9A47-6922C4D27EF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A92BA69-50C3-4801-9AF1-C242534E28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7E39848-BA80-4FA4-B504-FB0CB567DF12}">
      <dgm:prSet/>
      <dgm:spPr/>
      <dgm:t>
        <a:bodyPr/>
        <a:lstStyle/>
        <a:p>
          <a:r>
            <a:rPr lang="en-US"/>
            <a:t>Pager rotations are essential to modern DevOps teams</a:t>
          </a:r>
        </a:p>
      </dgm:t>
    </dgm:pt>
    <dgm:pt modelId="{7CFE4A00-2DC4-475E-8453-B7229E2FE1CC}" type="parTrans" cxnId="{7572B137-03D3-46A4-B5E4-37429B1F7892}">
      <dgm:prSet/>
      <dgm:spPr/>
      <dgm:t>
        <a:bodyPr/>
        <a:lstStyle/>
        <a:p>
          <a:endParaRPr lang="en-US"/>
        </a:p>
      </dgm:t>
    </dgm:pt>
    <dgm:pt modelId="{510C6E97-B844-4661-B716-9493A845DC0B}" type="sibTrans" cxnId="{7572B137-03D3-46A4-B5E4-37429B1F7892}">
      <dgm:prSet/>
      <dgm:spPr/>
      <dgm:t>
        <a:bodyPr/>
        <a:lstStyle/>
        <a:p>
          <a:endParaRPr lang="en-US"/>
        </a:p>
      </dgm:t>
    </dgm:pt>
    <dgm:pt modelId="{D214B415-199B-46CE-A658-7B899F4AA73E}">
      <dgm:prSet/>
      <dgm:spPr/>
      <dgm:t>
        <a:bodyPr/>
        <a:lstStyle/>
        <a:p>
          <a:r>
            <a:rPr lang="en-US"/>
            <a:t>Fair scheduling prevents burnout</a:t>
          </a:r>
        </a:p>
      </dgm:t>
    </dgm:pt>
    <dgm:pt modelId="{8D9CF30D-3263-4636-B87B-2EAE851B0A99}" type="parTrans" cxnId="{19A505E4-FD63-4F31-805C-C5E749D9C471}">
      <dgm:prSet/>
      <dgm:spPr/>
      <dgm:t>
        <a:bodyPr/>
        <a:lstStyle/>
        <a:p>
          <a:endParaRPr lang="en-US"/>
        </a:p>
      </dgm:t>
    </dgm:pt>
    <dgm:pt modelId="{C77D2A48-ABB4-4E53-86ED-E4E656E37980}" type="sibTrans" cxnId="{19A505E4-FD63-4F31-805C-C5E749D9C471}">
      <dgm:prSet/>
      <dgm:spPr/>
      <dgm:t>
        <a:bodyPr/>
        <a:lstStyle/>
        <a:p>
          <a:endParaRPr lang="en-US"/>
        </a:p>
      </dgm:t>
    </dgm:pt>
    <dgm:pt modelId="{565A5E5B-9C2A-4EB6-8FE3-8396329566CC}">
      <dgm:prSet/>
      <dgm:spPr/>
      <dgm:t>
        <a:bodyPr/>
        <a:lstStyle/>
        <a:p>
          <a:r>
            <a:rPr lang="en-US"/>
            <a:t>Strong tooling and reviews improve reliability</a:t>
          </a:r>
        </a:p>
      </dgm:t>
    </dgm:pt>
    <dgm:pt modelId="{66FCD1E4-DD5A-4AB3-A3CB-AFD1676A183B}" type="parTrans" cxnId="{C76DE77A-FE64-4AFB-92D0-A4A916252482}">
      <dgm:prSet/>
      <dgm:spPr/>
      <dgm:t>
        <a:bodyPr/>
        <a:lstStyle/>
        <a:p>
          <a:endParaRPr lang="en-US"/>
        </a:p>
      </dgm:t>
    </dgm:pt>
    <dgm:pt modelId="{3A95203D-6620-4167-8D85-53C6EF9F4619}" type="sibTrans" cxnId="{C76DE77A-FE64-4AFB-92D0-A4A916252482}">
      <dgm:prSet/>
      <dgm:spPr/>
      <dgm:t>
        <a:bodyPr/>
        <a:lstStyle/>
        <a:p>
          <a:endParaRPr lang="en-US"/>
        </a:p>
      </dgm:t>
    </dgm:pt>
    <dgm:pt modelId="{CEDBDD69-5CBD-4E68-8A64-85334A5005C5}">
      <dgm:prSet/>
      <dgm:spPr/>
      <dgm:t>
        <a:bodyPr/>
        <a:lstStyle/>
        <a:p>
          <a:r>
            <a:rPr lang="en-US"/>
            <a:t>Effective pager rotations support continuous improvement</a:t>
          </a:r>
        </a:p>
      </dgm:t>
    </dgm:pt>
    <dgm:pt modelId="{089ED75B-1457-41AB-8BB0-09537C73CBC4}" type="parTrans" cxnId="{931B41AC-671D-4ADB-B791-07C27416A8E9}">
      <dgm:prSet/>
      <dgm:spPr/>
      <dgm:t>
        <a:bodyPr/>
        <a:lstStyle/>
        <a:p>
          <a:endParaRPr lang="en-US"/>
        </a:p>
      </dgm:t>
    </dgm:pt>
    <dgm:pt modelId="{560DD8A0-5AF1-4193-961B-6200EA442511}" type="sibTrans" cxnId="{931B41AC-671D-4ADB-B791-07C27416A8E9}">
      <dgm:prSet/>
      <dgm:spPr/>
      <dgm:t>
        <a:bodyPr/>
        <a:lstStyle/>
        <a:p>
          <a:endParaRPr lang="en-US"/>
        </a:p>
      </dgm:t>
    </dgm:pt>
    <dgm:pt modelId="{A447BD30-C6FF-4549-AAA4-29E7EECDF3FA}" type="pres">
      <dgm:prSet presAssocID="{AA92BA69-50C3-4801-9AF1-C242534E286E}" presName="root" presStyleCnt="0">
        <dgm:presLayoutVars>
          <dgm:dir/>
          <dgm:resizeHandles val="exact"/>
        </dgm:presLayoutVars>
      </dgm:prSet>
      <dgm:spPr/>
    </dgm:pt>
    <dgm:pt modelId="{CF09C3E5-3314-4255-A2F8-043CC815458F}" type="pres">
      <dgm:prSet presAssocID="{77E39848-BA80-4FA4-B504-FB0CB567DF12}" presName="compNode" presStyleCnt="0"/>
      <dgm:spPr/>
    </dgm:pt>
    <dgm:pt modelId="{97BE55CF-1D19-40D2-A91B-1D9D337C30E6}" type="pres">
      <dgm:prSet presAssocID="{77E39848-BA80-4FA4-B504-FB0CB567DF12}" presName="bgRect" presStyleLbl="bgShp" presStyleIdx="0" presStyleCnt="4"/>
      <dgm:spPr/>
    </dgm:pt>
    <dgm:pt modelId="{28BA7AA7-FDA4-4BEE-BF34-C8E84CD4DBA0}" type="pres">
      <dgm:prSet presAssocID="{77E39848-BA80-4FA4-B504-FB0CB567DF1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75EED92-2B57-4D38-A742-9D957C8C8102}" type="pres">
      <dgm:prSet presAssocID="{77E39848-BA80-4FA4-B504-FB0CB567DF12}" presName="spaceRect" presStyleCnt="0"/>
      <dgm:spPr/>
    </dgm:pt>
    <dgm:pt modelId="{3785BA76-418C-4AEA-AF9B-FAC75D2E6B6F}" type="pres">
      <dgm:prSet presAssocID="{77E39848-BA80-4FA4-B504-FB0CB567DF12}" presName="parTx" presStyleLbl="revTx" presStyleIdx="0" presStyleCnt="4">
        <dgm:presLayoutVars>
          <dgm:chMax val="0"/>
          <dgm:chPref val="0"/>
        </dgm:presLayoutVars>
      </dgm:prSet>
      <dgm:spPr/>
    </dgm:pt>
    <dgm:pt modelId="{964D41BD-DD32-4E32-B16F-AB6C29C5CDBE}" type="pres">
      <dgm:prSet presAssocID="{510C6E97-B844-4661-B716-9493A845DC0B}" presName="sibTrans" presStyleCnt="0"/>
      <dgm:spPr/>
    </dgm:pt>
    <dgm:pt modelId="{A0887730-78E2-48C5-A511-5C5DBF0F8A66}" type="pres">
      <dgm:prSet presAssocID="{D214B415-199B-46CE-A658-7B899F4AA73E}" presName="compNode" presStyleCnt="0"/>
      <dgm:spPr/>
    </dgm:pt>
    <dgm:pt modelId="{50B7CBE7-0BB9-43E4-87CA-F9DA0644F7BB}" type="pres">
      <dgm:prSet presAssocID="{D214B415-199B-46CE-A658-7B899F4AA73E}" presName="bgRect" presStyleLbl="bgShp" presStyleIdx="1" presStyleCnt="4"/>
      <dgm:spPr/>
    </dgm:pt>
    <dgm:pt modelId="{36CF32D2-7B41-45C8-AAF0-81F85353DB95}" type="pres">
      <dgm:prSet presAssocID="{D214B415-199B-46CE-A658-7B899F4AA73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C6986A7A-CEDD-4CEC-86C9-0E9D16ABC46B}" type="pres">
      <dgm:prSet presAssocID="{D214B415-199B-46CE-A658-7B899F4AA73E}" presName="spaceRect" presStyleCnt="0"/>
      <dgm:spPr/>
    </dgm:pt>
    <dgm:pt modelId="{B5826566-2981-475C-9038-AB766BB4E35C}" type="pres">
      <dgm:prSet presAssocID="{D214B415-199B-46CE-A658-7B899F4AA73E}" presName="parTx" presStyleLbl="revTx" presStyleIdx="1" presStyleCnt="4">
        <dgm:presLayoutVars>
          <dgm:chMax val="0"/>
          <dgm:chPref val="0"/>
        </dgm:presLayoutVars>
      </dgm:prSet>
      <dgm:spPr/>
    </dgm:pt>
    <dgm:pt modelId="{2ED1EE2D-569E-48F5-8346-C4F96DA7C3A0}" type="pres">
      <dgm:prSet presAssocID="{C77D2A48-ABB4-4E53-86ED-E4E656E37980}" presName="sibTrans" presStyleCnt="0"/>
      <dgm:spPr/>
    </dgm:pt>
    <dgm:pt modelId="{E2F47990-F625-4CCF-A506-B07D093F593E}" type="pres">
      <dgm:prSet presAssocID="{565A5E5B-9C2A-4EB6-8FE3-8396329566CC}" presName="compNode" presStyleCnt="0"/>
      <dgm:spPr/>
    </dgm:pt>
    <dgm:pt modelId="{CEE71CAB-880D-44C2-9EF8-955EE7E83B7D}" type="pres">
      <dgm:prSet presAssocID="{565A5E5B-9C2A-4EB6-8FE3-8396329566CC}" presName="bgRect" presStyleLbl="bgShp" presStyleIdx="2" presStyleCnt="4"/>
      <dgm:spPr/>
    </dgm:pt>
    <dgm:pt modelId="{3E03B88B-79F3-40BA-A092-174D6EA89215}" type="pres">
      <dgm:prSet presAssocID="{565A5E5B-9C2A-4EB6-8FE3-8396329566C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DB3EDBDD-9529-4D15-AA2D-6DB559B78CCB}" type="pres">
      <dgm:prSet presAssocID="{565A5E5B-9C2A-4EB6-8FE3-8396329566CC}" presName="spaceRect" presStyleCnt="0"/>
      <dgm:spPr/>
    </dgm:pt>
    <dgm:pt modelId="{93A0D2FC-1610-44CB-AF4A-20322CDD36FE}" type="pres">
      <dgm:prSet presAssocID="{565A5E5B-9C2A-4EB6-8FE3-8396329566CC}" presName="parTx" presStyleLbl="revTx" presStyleIdx="2" presStyleCnt="4">
        <dgm:presLayoutVars>
          <dgm:chMax val="0"/>
          <dgm:chPref val="0"/>
        </dgm:presLayoutVars>
      </dgm:prSet>
      <dgm:spPr/>
    </dgm:pt>
    <dgm:pt modelId="{1C5C72D3-77B4-4275-A748-F14EE35334F1}" type="pres">
      <dgm:prSet presAssocID="{3A95203D-6620-4167-8D85-53C6EF9F4619}" presName="sibTrans" presStyleCnt="0"/>
      <dgm:spPr/>
    </dgm:pt>
    <dgm:pt modelId="{24C0FC5E-167B-443F-B12E-F1F9E91C601A}" type="pres">
      <dgm:prSet presAssocID="{CEDBDD69-5CBD-4E68-8A64-85334A5005C5}" presName="compNode" presStyleCnt="0"/>
      <dgm:spPr/>
    </dgm:pt>
    <dgm:pt modelId="{E15C691E-3652-478A-9559-59E764376D27}" type="pres">
      <dgm:prSet presAssocID="{CEDBDD69-5CBD-4E68-8A64-85334A5005C5}" presName="bgRect" presStyleLbl="bgShp" presStyleIdx="3" presStyleCnt="4"/>
      <dgm:spPr/>
    </dgm:pt>
    <dgm:pt modelId="{FA3C3F0A-ADAB-461F-95A1-4ACBB9A5D578}" type="pres">
      <dgm:prSet presAssocID="{CEDBDD69-5CBD-4E68-8A64-85334A5005C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24E3F5C-5D37-4D8A-BD64-9D17C3066722}" type="pres">
      <dgm:prSet presAssocID="{CEDBDD69-5CBD-4E68-8A64-85334A5005C5}" presName="spaceRect" presStyleCnt="0"/>
      <dgm:spPr/>
    </dgm:pt>
    <dgm:pt modelId="{3AE81806-46A5-4C97-919B-9242DCC1C906}" type="pres">
      <dgm:prSet presAssocID="{CEDBDD69-5CBD-4E68-8A64-85334A5005C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B302715-B2CA-43A3-A0BB-5675CAD850AA}" type="presOf" srcId="{AA92BA69-50C3-4801-9AF1-C242534E286E}" destId="{A447BD30-C6FF-4549-AAA4-29E7EECDF3FA}" srcOrd="0" destOrd="0" presId="urn:microsoft.com/office/officeart/2018/2/layout/IconVerticalSolidList"/>
    <dgm:cxn modelId="{9EBB2F16-8A6F-4E41-A2AE-D9A522575DB9}" type="presOf" srcId="{D214B415-199B-46CE-A658-7B899F4AA73E}" destId="{B5826566-2981-475C-9038-AB766BB4E35C}" srcOrd="0" destOrd="0" presId="urn:microsoft.com/office/officeart/2018/2/layout/IconVerticalSolidList"/>
    <dgm:cxn modelId="{7572B137-03D3-46A4-B5E4-37429B1F7892}" srcId="{AA92BA69-50C3-4801-9AF1-C242534E286E}" destId="{77E39848-BA80-4FA4-B504-FB0CB567DF12}" srcOrd="0" destOrd="0" parTransId="{7CFE4A00-2DC4-475E-8453-B7229E2FE1CC}" sibTransId="{510C6E97-B844-4661-B716-9493A845DC0B}"/>
    <dgm:cxn modelId="{6F54805B-DEAC-4AE6-AA3F-56B867E461E0}" type="presOf" srcId="{77E39848-BA80-4FA4-B504-FB0CB567DF12}" destId="{3785BA76-418C-4AEA-AF9B-FAC75D2E6B6F}" srcOrd="0" destOrd="0" presId="urn:microsoft.com/office/officeart/2018/2/layout/IconVerticalSolidList"/>
    <dgm:cxn modelId="{C76DE77A-FE64-4AFB-92D0-A4A916252482}" srcId="{AA92BA69-50C3-4801-9AF1-C242534E286E}" destId="{565A5E5B-9C2A-4EB6-8FE3-8396329566CC}" srcOrd="2" destOrd="0" parTransId="{66FCD1E4-DD5A-4AB3-A3CB-AFD1676A183B}" sibTransId="{3A95203D-6620-4167-8D85-53C6EF9F4619}"/>
    <dgm:cxn modelId="{931B41AC-671D-4ADB-B791-07C27416A8E9}" srcId="{AA92BA69-50C3-4801-9AF1-C242534E286E}" destId="{CEDBDD69-5CBD-4E68-8A64-85334A5005C5}" srcOrd="3" destOrd="0" parTransId="{089ED75B-1457-41AB-8BB0-09537C73CBC4}" sibTransId="{560DD8A0-5AF1-4193-961B-6200EA442511}"/>
    <dgm:cxn modelId="{80D3FAB5-7820-40B2-A815-55F3B914D054}" type="presOf" srcId="{CEDBDD69-5CBD-4E68-8A64-85334A5005C5}" destId="{3AE81806-46A5-4C97-919B-9242DCC1C906}" srcOrd="0" destOrd="0" presId="urn:microsoft.com/office/officeart/2018/2/layout/IconVerticalSolidList"/>
    <dgm:cxn modelId="{A06BABDA-7C99-4D15-8DC6-6C735B213423}" type="presOf" srcId="{565A5E5B-9C2A-4EB6-8FE3-8396329566CC}" destId="{93A0D2FC-1610-44CB-AF4A-20322CDD36FE}" srcOrd="0" destOrd="0" presId="urn:microsoft.com/office/officeart/2018/2/layout/IconVerticalSolidList"/>
    <dgm:cxn modelId="{19A505E4-FD63-4F31-805C-C5E749D9C471}" srcId="{AA92BA69-50C3-4801-9AF1-C242534E286E}" destId="{D214B415-199B-46CE-A658-7B899F4AA73E}" srcOrd="1" destOrd="0" parTransId="{8D9CF30D-3263-4636-B87B-2EAE851B0A99}" sibTransId="{C77D2A48-ABB4-4E53-86ED-E4E656E37980}"/>
    <dgm:cxn modelId="{B38BB9CA-36E2-46D4-B2CE-90ECC5F09FBE}" type="presParOf" srcId="{A447BD30-C6FF-4549-AAA4-29E7EECDF3FA}" destId="{CF09C3E5-3314-4255-A2F8-043CC815458F}" srcOrd="0" destOrd="0" presId="urn:microsoft.com/office/officeart/2018/2/layout/IconVerticalSolidList"/>
    <dgm:cxn modelId="{5B592E8C-E361-43DA-8852-14E6814EE9C7}" type="presParOf" srcId="{CF09C3E5-3314-4255-A2F8-043CC815458F}" destId="{97BE55CF-1D19-40D2-A91B-1D9D337C30E6}" srcOrd="0" destOrd="0" presId="urn:microsoft.com/office/officeart/2018/2/layout/IconVerticalSolidList"/>
    <dgm:cxn modelId="{1CF3427A-1AD7-4E1A-B41A-18B17564AB0A}" type="presParOf" srcId="{CF09C3E5-3314-4255-A2F8-043CC815458F}" destId="{28BA7AA7-FDA4-4BEE-BF34-C8E84CD4DBA0}" srcOrd="1" destOrd="0" presId="urn:microsoft.com/office/officeart/2018/2/layout/IconVerticalSolidList"/>
    <dgm:cxn modelId="{9906F823-2F41-4569-AAA3-A4A374E93ECA}" type="presParOf" srcId="{CF09C3E5-3314-4255-A2F8-043CC815458F}" destId="{275EED92-2B57-4D38-A742-9D957C8C8102}" srcOrd="2" destOrd="0" presId="urn:microsoft.com/office/officeart/2018/2/layout/IconVerticalSolidList"/>
    <dgm:cxn modelId="{87C8AD0C-0C47-4CCA-82EF-45DD6BC52988}" type="presParOf" srcId="{CF09C3E5-3314-4255-A2F8-043CC815458F}" destId="{3785BA76-418C-4AEA-AF9B-FAC75D2E6B6F}" srcOrd="3" destOrd="0" presId="urn:microsoft.com/office/officeart/2018/2/layout/IconVerticalSolidList"/>
    <dgm:cxn modelId="{33F943DC-5C13-4531-B928-A2F5778B61A0}" type="presParOf" srcId="{A447BD30-C6FF-4549-AAA4-29E7EECDF3FA}" destId="{964D41BD-DD32-4E32-B16F-AB6C29C5CDBE}" srcOrd="1" destOrd="0" presId="urn:microsoft.com/office/officeart/2018/2/layout/IconVerticalSolidList"/>
    <dgm:cxn modelId="{F7F09A7B-3E80-4D65-AB99-B185FFE4BB0D}" type="presParOf" srcId="{A447BD30-C6FF-4549-AAA4-29E7EECDF3FA}" destId="{A0887730-78E2-48C5-A511-5C5DBF0F8A66}" srcOrd="2" destOrd="0" presId="urn:microsoft.com/office/officeart/2018/2/layout/IconVerticalSolidList"/>
    <dgm:cxn modelId="{A95EBD2A-33C2-4414-A668-0C90E82EF473}" type="presParOf" srcId="{A0887730-78E2-48C5-A511-5C5DBF0F8A66}" destId="{50B7CBE7-0BB9-43E4-87CA-F9DA0644F7BB}" srcOrd="0" destOrd="0" presId="urn:microsoft.com/office/officeart/2018/2/layout/IconVerticalSolidList"/>
    <dgm:cxn modelId="{09DC054B-A05A-425B-9761-AB4F8A0740B1}" type="presParOf" srcId="{A0887730-78E2-48C5-A511-5C5DBF0F8A66}" destId="{36CF32D2-7B41-45C8-AAF0-81F85353DB95}" srcOrd="1" destOrd="0" presId="urn:microsoft.com/office/officeart/2018/2/layout/IconVerticalSolidList"/>
    <dgm:cxn modelId="{59794E1F-CE35-4D89-A0A4-355E8896E99D}" type="presParOf" srcId="{A0887730-78E2-48C5-A511-5C5DBF0F8A66}" destId="{C6986A7A-CEDD-4CEC-86C9-0E9D16ABC46B}" srcOrd="2" destOrd="0" presId="urn:microsoft.com/office/officeart/2018/2/layout/IconVerticalSolidList"/>
    <dgm:cxn modelId="{74F631A9-5A85-4BFB-8C98-B7D7BFD41D85}" type="presParOf" srcId="{A0887730-78E2-48C5-A511-5C5DBF0F8A66}" destId="{B5826566-2981-475C-9038-AB766BB4E35C}" srcOrd="3" destOrd="0" presId="urn:microsoft.com/office/officeart/2018/2/layout/IconVerticalSolidList"/>
    <dgm:cxn modelId="{DACC2100-5E27-4A2F-8591-B38BA3881C8F}" type="presParOf" srcId="{A447BD30-C6FF-4549-AAA4-29E7EECDF3FA}" destId="{2ED1EE2D-569E-48F5-8346-C4F96DA7C3A0}" srcOrd="3" destOrd="0" presId="urn:microsoft.com/office/officeart/2018/2/layout/IconVerticalSolidList"/>
    <dgm:cxn modelId="{D7CE137A-B678-4003-A3ED-A515894A4100}" type="presParOf" srcId="{A447BD30-C6FF-4549-AAA4-29E7EECDF3FA}" destId="{E2F47990-F625-4CCF-A506-B07D093F593E}" srcOrd="4" destOrd="0" presId="urn:microsoft.com/office/officeart/2018/2/layout/IconVerticalSolidList"/>
    <dgm:cxn modelId="{DA7AB25E-502B-43EC-955F-8150E9322296}" type="presParOf" srcId="{E2F47990-F625-4CCF-A506-B07D093F593E}" destId="{CEE71CAB-880D-44C2-9EF8-955EE7E83B7D}" srcOrd="0" destOrd="0" presId="urn:microsoft.com/office/officeart/2018/2/layout/IconVerticalSolidList"/>
    <dgm:cxn modelId="{782DF9F7-16B8-4C4A-83EE-7241F078935B}" type="presParOf" srcId="{E2F47990-F625-4CCF-A506-B07D093F593E}" destId="{3E03B88B-79F3-40BA-A092-174D6EA89215}" srcOrd="1" destOrd="0" presId="urn:microsoft.com/office/officeart/2018/2/layout/IconVerticalSolidList"/>
    <dgm:cxn modelId="{99117017-8FDF-405C-B009-026EFF3E52A4}" type="presParOf" srcId="{E2F47990-F625-4CCF-A506-B07D093F593E}" destId="{DB3EDBDD-9529-4D15-AA2D-6DB559B78CCB}" srcOrd="2" destOrd="0" presId="urn:microsoft.com/office/officeart/2018/2/layout/IconVerticalSolidList"/>
    <dgm:cxn modelId="{C2939B03-4F48-4D7C-BBDE-18CB73B46476}" type="presParOf" srcId="{E2F47990-F625-4CCF-A506-B07D093F593E}" destId="{93A0D2FC-1610-44CB-AF4A-20322CDD36FE}" srcOrd="3" destOrd="0" presId="urn:microsoft.com/office/officeart/2018/2/layout/IconVerticalSolidList"/>
    <dgm:cxn modelId="{FC5E2E42-7E42-4E56-B252-A491F5360FE5}" type="presParOf" srcId="{A447BD30-C6FF-4549-AAA4-29E7EECDF3FA}" destId="{1C5C72D3-77B4-4275-A748-F14EE35334F1}" srcOrd="5" destOrd="0" presId="urn:microsoft.com/office/officeart/2018/2/layout/IconVerticalSolidList"/>
    <dgm:cxn modelId="{767648E5-E4B6-498D-8F57-C97AE2CB8CDA}" type="presParOf" srcId="{A447BD30-C6FF-4549-AAA4-29E7EECDF3FA}" destId="{24C0FC5E-167B-443F-B12E-F1F9E91C601A}" srcOrd="6" destOrd="0" presId="urn:microsoft.com/office/officeart/2018/2/layout/IconVerticalSolidList"/>
    <dgm:cxn modelId="{79AB8EEC-9C15-4592-A085-4689B6182806}" type="presParOf" srcId="{24C0FC5E-167B-443F-B12E-F1F9E91C601A}" destId="{E15C691E-3652-478A-9559-59E764376D27}" srcOrd="0" destOrd="0" presId="urn:microsoft.com/office/officeart/2018/2/layout/IconVerticalSolidList"/>
    <dgm:cxn modelId="{AF87FA7F-F63F-4FB6-A9AA-7117BC3ECEA5}" type="presParOf" srcId="{24C0FC5E-167B-443F-B12E-F1F9E91C601A}" destId="{FA3C3F0A-ADAB-461F-95A1-4ACBB9A5D578}" srcOrd="1" destOrd="0" presId="urn:microsoft.com/office/officeart/2018/2/layout/IconVerticalSolidList"/>
    <dgm:cxn modelId="{73E59293-95B6-4C4E-8690-D7E63128DC39}" type="presParOf" srcId="{24C0FC5E-167B-443F-B12E-F1F9E91C601A}" destId="{224E3F5C-5D37-4D8A-BD64-9D17C3066722}" srcOrd="2" destOrd="0" presId="urn:microsoft.com/office/officeart/2018/2/layout/IconVerticalSolidList"/>
    <dgm:cxn modelId="{11A5A308-E994-4B28-BA2A-2F372C01EAD0}" type="presParOf" srcId="{24C0FC5E-167B-443F-B12E-F1F9E91C601A}" destId="{3AE81806-46A5-4C97-919B-9242DCC1C9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C378E8-4CB8-485B-B102-DEE694CC0D80}">
      <dsp:nvSpPr>
        <dsp:cNvPr id="0" name=""/>
        <dsp:cNvSpPr/>
      </dsp:nvSpPr>
      <dsp:spPr>
        <a:xfrm>
          <a:off x="493577" y="909234"/>
          <a:ext cx="801298" cy="8012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892AD-C703-45C6-B2B4-480ED1F3DD94}">
      <dsp:nvSpPr>
        <dsp:cNvPr id="0" name=""/>
        <dsp:cNvSpPr/>
      </dsp:nvSpPr>
      <dsp:spPr>
        <a:xfrm>
          <a:off x="3894" y="1977734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Structured on-call schedules used to respond to system incidents</a:t>
          </a:r>
        </a:p>
      </dsp:txBody>
      <dsp:txXfrm>
        <a:off x="3894" y="1977734"/>
        <a:ext cx="1780664" cy="712265"/>
      </dsp:txXfrm>
    </dsp:sp>
    <dsp:sp modelId="{17174235-A406-4CED-9DE2-9E3F99138459}">
      <dsp:nvSpPr>
        <dsp:cNvPr id="0" name=""/>
        <dsp:cNvSpPr/>
      </dsp:nvSpPr>
      <dsp:spPr>
        <a:xfrm>
          <a:off x="2585857" y="909234"/>
          <a:ext cx="801298" cy="8012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4B9DF-D9CF-4817-A370-A3A79E22AEA9}">
      <dsp:nvSpPr>
        <dsp:cNvPr id="0" name=""/>
        <dsp:cNvSpPr/>
      </dsp:nvSpPr>
      <dsp:spPr>
        <a:xfrm>
          <a:off x="2096174" y="1977734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Ensures 24/7 availability for critical services</a:t>
          </a:r>
        </a:p>
      </dsp:txBody>
      <dsp:txXfrm>
        <a:off x="2096174" y="1977734"/>
        <a:ext cx="1780664" cy="712265"/>
      </dsp:txXfrm>
    </dsp:sp>
    <dsp:sp modelId="{B85058C8-8D08-41CC-8766-36B29E5C6B20}">
      <dsp:nvSpPr>
        <dsp:cNvPr id="0" name=""/>
        <dsp:cNvSpPr/>
      </dsp:nvSpPr>
      <dsp:spPr>
        <a:xfrm>
          <a:off x="4678137" y="909234"/>
          <a:ext cx="801298" cy="8012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419B66-8D6B-412F-B882-1B7777C206DF}">
      <dsp:nvSpPr>
        <dsp:cNvPr id="0" name=""/>
        <dsp:cNvSpPr/>
      </dsp:nvSpPr>
      <dsp:spPr>
        <a:xfrm>
          <a:off x="4188455" y="1977734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Common in DevOps and SRE teams</a:t>
          </a:r>
        </a:p>
      </dsp:txBody>
      <dsp:txXfrm>
        <a:off x="4188455" y="1977734"/>
        <a:ext cx="1780664" cy="712265"/>
      </dsp:txXfrm>
    </dsp:sp>
    <dsp:sp modelId="{B6DF5587-E6A7-4760-8940-3BBD65888BBF}">
      <dsp:nvSpPr>
        <dsp:cNvPr id="0" name=""/>
        <dsp:cNvSpPr/>
      </dsp:nvSpPr>
      <dsp:spPr>
        <a:xfrm>
          <a:off x="6770417" y="909234"/>
          <a:ext cx="801298" cy="80129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1A018-114D-47F0-A321-7D9549FCDD55}">
      <dsp:nvSpPr>
        <dsp:cNvPr id="0" name=""/>
        <dsp:cNvSpPr/>
      </dsp:nvSpPr>
      <dsp:spPr>
        <a:xfrm>
          <a:off x="6280735" y="1977734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Promotes shared responsibility between development and operations</a:t>
          </a:r>
        </a:p>
      </dsp:txBody>
      <dsp:txXfrm>
        <a:off x="6280735" y="1977734"/>
        <a:ext cx="1780664" cy="7122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3B57FF-374F-43B3-A51C-605CDF6100B4}">
      <dsp:nvSpPr>
        <dsp:cNvPr id="0" name=""/>
        <dsp:cNvSpPr/>
      </dsp:nvSpPr>
      <dsp:spPr>
        <a:xfrm>
          <a:off x="351124" y="731218"/>
          <a:ext cx="1086205" cy="108620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4E9338-C501-4C4A-9731-5D42207A2774}">
      <dsp:nvSpPr>
        <dsp:cNvPr id="0" name=""/>
        <dsp:cNvSpPr/>
      </dsp:nvSpPr>
      <dsp:spPr>
        <a:xfrm>
          <a:off x="582610" y="962704"/>
          <a:ext cx="623232" cy="6232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6EB11-4A45-4A3D-8757-F1BB27422E71}">
      <dsp:nvSpPr>
        <dsp:cNvPr id="0" name=""/>
        <dsp:cNvSpPr/>
      </dsp:nvSpPr>
      <dsp:spPr>
        <a:xfrm>
          <a:off x="3894" y="2155749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Improves system reliability and uptime</a:t>
          </a:r>
        </a:p>
      </dsp:txBody>
      <dsp:txXfrm>
        <a:off x="3894" y="2155749"/>
        <a:ext cx="1780664" cy="712265"/>
      </dsp:txXfrm>
    </dsp:sp>
    <dsp:sp modelId="{EEE768D0-6C7F-4521-A717-5CF8AFBD7DE2}">
      <dsp:nvSpPr>
        <dsp:cNvPr id="0" name=""/>
        <dsp:cNvSpPr/>
      </dsp:nvSpPr>
      <dsp:spPr>
        <a:xfrm>
          <a:off x="2443404" y="731218"/>
          <a:ext cx="1086205" cy="108620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B26B52-D5AA-424E-B7BE-348C5E3A9FBB}">
      <dsp:nvSpPr>
        <dsp:cNvPr id="0" name=""/>
        <dsp:cNvSpPr/>
      </dsp:nvSpPr>
      <dsp:spPr>
        <a:xfrm>
          <a:off x="2674890" y="962704"/>
          <a:ext cx="623232" cy="6232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BB8A1E-F110-403D-BF53-F1AF02CF992C}">
      <dsp:nvSpPr>
        <dsp:cNvPr id="0" name=""/>
        <dsp:cNvSpPr/>
      </dsp:nvSpPr>
      <dsp:spPr>
        <a:xfrm>
          <a:off x="2096174" y="2155749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Encourages shared ownership of production systems</a:t>
          </a:r>
        </a:p>
      </dsp:txBody>
      <dsp:txXfrm>
        <a:off x="2096174" y="2155749"/>
        <a:ext cx="1780664" cy="712265"/>
      </dsp:txXfrm>
    </dsp:sp>
    <dsp:sp modelId="{951FE2F3-507D-431B-8ECB-DAA7FC6A57F7}">
      <dsp:nvSpPr>
        <dsp:cNvPr id="0" name=""/>
        <dsp:cNvSpPr/>
      </dsp:nvSpPr>
      <dsp:spPr>
        <a:xfrm>
          <a:off x="4535684" y="731218"/>
          <a:ext cx="1086205" cy="108620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C88B3A-FE26-4E02-8059-15FE5B57E12C}">
      <dsp:nvSpPr>
        <dsp:cNvPr id="0" name=""/>
        <dsp:cNvSpPr/>
      </dsp:nvSpPr>
      <dsp:spPr>
        <a:xfrm>
          <a:off x="4767170" y="962704"/>
          <a:ext cx="623232" cy="6232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B3D0F-9480-4592-A823-39D05452277F}">
      <dsp:nvSpPr>
        <dsp:cNvPr id="0" name=""/>
        <dsp:cNvSpPr/>
      </dsp:nvSpPr>
      <dsp:spPr>
        <a:xfrm>
          <a:off x="4188455" y="2155749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Reduces dependence on a single individual or team</a:t>
          </a:r>
        </a:p>
      </dsp:txBody>
      <dsp:txXfrm>
        <a:off x="4188455" y="2155749"/>
        <a:ext cx="1780664" cy="712265"/>
      </dsp:txXfrm>
    </dsp:sp>
    <dsp:sp modelId="{9383A0DC-6EE8-4FB1-837E-F7508A242D16}">
      <dsp:nvSpPr>
        <dsp:cNvPr id="0" name=""/>
        <dsp:cNvSpPr/>
      </dsp:nvSpPr>
      <dsp:spPr>
        <a:xfrm>
          <a:off x="6627964" y="731218"/>
          <a:ext cx="1086205" cy="108620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823D54-3778-459C-A445-F0F30CCB34E6}">
      <dsp:nvSpPr>
        <dsp:cNvPr id="0" name=""/>
        <dsp:cNvSpPr/>
      </dsp:nvSpPr>
      <dsp:spPr>
        <a:xfrm>
          <a:off x="6859451" y="962704"/>
          <a:ext cx="623232" cy="6232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5C132-8ABB-45AB-AB9A-A957F0D05FC7}">
      <dsp:nvSpPr>
        <dsp:cNvPr id="0" name=""/>
        <dsp:cNvSpPr/>
      </dsp:nvSpPr>
      <dsp:spPr>
        <a:xfrm>
          <a:off x="6280735" y="2155749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Aligns with DevOps principles of collaboration and feedback</a:t>
          </a:r>
        </a:p>
      </dsp:txBody>
      <dsp:txXfrm>
        <a:off x="6280735" y="2155749"/>
        <a:ext cx="1780664" cy="7122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EE8517-DD76-4593-A8B0-BEEED9A5BDD8}">
      <dsp:nvSpPr>
        <dsp:cNvPr id="0" name=""/>
        <dsp:cNvSpPr/>
      </dsp:nvSpPr>
      <dsp:spPr>
        <a:xfrm>
          <a:off x="0" y="1493"/>
          <a:ext cx="8065294" cy="7571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6DDDA3-5494-429D-B414-435F3C400D31}">
      <dsp:nvSpPr>
        <dsp:cNvPr id="0" name=""/>
        <dsp:cNvSpPr/>
      </dsp:nvSpPr>
      <dsp:spPr>
        <a:xfrm>
          <a:off x="229024" y="171842"/>
          <a:ext cx="416407" cy="4164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6822BF-7F00-4DF5-AF66-AFB261C19BC5}">
      <dsp:nvSpPr>
        <dsp:cNvPr id="0" name=""/>
        <dsp:cNvSpPr/>
      </dsp:nvSpPr>
      <dsp:spPr>
        <a:xfrm>
          <a:off x="874455" y="1493"/>
          <a:ext cx="7190838" cy="757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127" tIns="80127" rIns="80127" bIns="801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Use weekly or bi-weekly rotations</a:t>
          </a:r>
        </a:p>
      </dsp:txBody>
      <dsp:txXfrm>
        <a:off x="874455" y="1493"/>
        <a:ext cx="7190838" cy="757104"/>
      </dsp:txXfrm>
    </dsp:sp>
    <dsp:sp modelId="{8054EC42-E549-412C-B6F4-F248398708A8}">
      <dsp:nvSpPr>
        <dsp:cNvPr id="0" name=""/>
        <dsp:cNvSpPr/>
      </dsp:nvSpPr>
      <dsp:spPr>
        <a:xfrm>
          <a:off x="0" y="947874"/>
          <a:ext cx="8065294" cy="7571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3F54FD-B064-45EF-9DE1-68A217E9D43A}">
      <dsp:nvSpPr>
        <dsp:cNvPr id="0" name=""/>
        <dsp:cNvSpPr/>
      </dsp:nvSpPr>
      <dsp:spPr>
        <a:xfrm>
          <a:off x="229024" y="1118222"/>
          <a:ext cx="416407" cy="4164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2D795-D12A-4D4F-B4E0-3A98ED90713F}">
      <dsp:nvSpPr>
        <dsp:cNvPr id="0" name=""/>
        <dsp:cNvSpPr/>
      </dsp:nvSpPr>
      <dsp:spPr>
        <a:xfrm>
          <a:off x="874455" y="947874"/>
          <a:ext cx="7190838" cy="757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127" tIns="80127" rIns="80127" bIns="801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Distribute on-call duties evenly across the team</a:t>
          </a:r>
        </a:p>
      </dsp:txBody>
      <dsp:txXfrm>
        <a:off x="874455" y="947874"/>
        <a:ext cx="7190838" cy="757104"/>
      </dsp:txXfrm>
    </dsp:sp>
    <dsp:sp modelId="{24732047-3B55-4E40-8E77-BD3CBF08B1ED}">
      <dsp:nvSpPr>
        <dsp:cNvPr id="0" name=""/>
        <dsp:cNvSpPr/>
      </dsp:nvSpPr>
      <dsp:spPr>
        <a:xfrm>
          <a:off x="0" y="1894255"/>
          <a:ext cx="8065294" cy="7571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FFE382-740F-453A-A090-0B27E3DB0563}">
      <dsp:nvSpPr>
        <dsp:cNvPr id="0" name=""/>
        <dsp:cNvSpPr/>
      </dsp:nvSpPr>
      <dsp:spPr>
        <a:xfrm>
          <a:off x="229024" y="2064603"/>
          <a:ext cx="416407" cy="4164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7A2406-C5C9-4798-AD85-B971B6275852}">
      <dsp:nvSpPr>
        <dsp:cNvPr id="0" name=""/>
        <dsp:cNvSpPr/>
      </dsp:nvSpPr>
      <dsp:spPr>
        <a:xfrm>
          <a:off x="874455" y="1894255"/>
          <a:ext cx="7190838" cy="757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127" tIns="80127" rIns="80127" bIns="801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Publish schedules in advance</a:t>
          </a:r>
        </a:p>
      </dsp:txBody>
      <dsp:txXfrm>
        <a:off x="874455" y="1894255"/>
        <a:ext cx="7190838" cy="757104"/>
      </dsp:txXfrm>
    </dsp:sp>
    <dsp:sp modelId="{144CF232-1B95-4079-A5AF-41AF509CFAF6}">
      <dsp:nvSpPr>
        <dsp:cNvPr id="0" name=""/>
        <dsp:cNvSpPr/>
      </dsp:nvSpPr>
      <dsp:spPr>
        <a:xfrm>
          <a:off x="0" y="2840635"/>
          <a:ext cx="8065294" cy="7571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E8F12-2EAA-41BA-9FC5-32DBE4799522}">
      <dsp:nvSpPr>
        <dsp:cNvPr id="0" name=""/>
        <dsp:cNvSpPr/>
      </dsp:nvSpPr>
      <dsp:spPr>
        <a:xfrm>
          <a:off x="229024" y="3010984"/>
          <a:ext cx="416407" cy="41640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45E7D-ABF4-4408-8CC2-C5F2F3BB380B}">
      <dsp:nvSpPr>
        <dsp:cNvPr id="0" name=""/>
        <dsp:cNvSpPr/>
      </dsp:nvSpPr>
      <dsp:spPr>
        <a:xfrm>
          <a:off x="874455" y="2840635"/>
          <a:ext cx="7190838" cy="757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127" tIns="80127" rIns="80127" bIns="8012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Avoid assigning back-to-back rotations when possible</a:t>
          </a:r>
        </a:p>
      </dsp:txBody>
      <dsp:txXfrm>
        <a:off x="874455" y="2840635"/>
        <a:ext cx="7190838" cy="7571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1C28B6-0AAA-4A6E-AFD5-99C790E76438}">
      <dsp:nvSpPr>
        <dsp:cNvPr id="0" name=""/>
        <dsp:cNvSpPr/>
      </dsp:nvSpPr>
      <dsp:spPr>
        <a:xfrm>
          <a:off x="0" y="1563"/>
          <a:ext cx="8065294" cy="7922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903D4C-47EF-42D2-A3E4-16B7CA46C771}">
      <dsp:nvSpPr>
        <dsp:cNvPr id="0" name=""/>
        <dsp:cNvSpPr/>
      </dsp:nvSpPr>
      <dsp:spPr>
        <a:xfrm>
          <a:off x="239647" y="179813"/>
          <a:ext cx="435722" cy="4357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E1ED19-754B-4528-91AE-EB15BF021087}">
      <dsp:nvSpPr>
        <dsp:cNvPr id="0" name=""/>
        <dsp:cNvSpPr/>
      </dsp:nvSpPr>
      <dsp:spPr>
        <a:xfrm>
          <a:off x="915017" y="1563"/>
          <a:ext cx="7150276" cy="792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44" tIns="83844" rIns="83844" bIns="8384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Define expected response times (SLAs)</a:t>
          </a:r>
        </a:p>
      </dsp:txBody>
      <dsp:txXfrm>
        <a:off x="915017" y="1563"/>
        <a:ext cx="7150276" cy="792222"/>
      </dsp:txXfrm>
    </dsp:sp>
    <dsp:sp modelId="{4D18F298-8A4C-4E7E-B5D9-872392DF906E}">
      <dsp:nvSpPr>
        <dsp:cNvPr id="0" name=""/>
        <dsp:cNvSpPr/>
      </dsp:nvSpPr>
      <dsp:spPr>
        <a:xfrm>
          <a:off x="0" y="991841"/>
          <a:ext cx="8065294" cy="7922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479B48-7437-45A7-BEBE-F680D7EB9D06}">
      <dsp:nvSpPr>
        <dsp:cNvPr id="0" name=""/>
        <dsp:cNvSpPr/>
      </dsp:nvSpPr>
      <dsp:spPr>
        <a:xfrm>
          <a:off x="239647" y="1170091"/>
          <a:ext cx="435722" cy="4357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740C2-74DB-4682-BF4C-825C7C74E5F7}">
      <dsp:nvSpPr>
        <dsp:cNvPr id="0" name=""/>
        <dsp:cNvSpPr/>
      </dsp:nvSpPr>
      <dsp:spPr>
        <a:xfrm>
          <a:off x="915017" y="991841"/>
          <a:ext cx="7150276" cy="792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44" tIns="83844" rIns="83844" bIns="8384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Specify escalation paths for unresolved issues</a:t>
          </a:r>
        </a:p>
      </dsp:txBody>
      <dsp:txXfrm>
        <a:off x="915017" y="991841"/>
        <a:ext cx="7150276" cy="792222"/>
      </dsp:txXfrm>
    </dsp:sp>
    <dsp:sp modelId="{F085D8B8-5FAA-48A1-A6C9-674E0D7B03C6}">
      <dsp:nvSpPr>
        <dsp:cNvPr id="0" name=""/>
        <dsp:cNvSpPr/>
      </dsp:nvSpPr>
      <dsp:spPr>
        <a:xfrm>
          <a:off x="0" y="1982120"/>
          <a:ext cx="8065294" cy="7922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DE8E8B-C30C-457C-8C60-5BAE16DA6E18}">
      <dsp:nvSpPr>
        <dsp:cNvPr id="0" name=""/>
        <dsp:cNvSpPr/>
      </dsp:nvSpPr>
      <dsp:spPr>
        <a:xfrm>
          <a:off x="239647" y="2160370"/>
          <a:ext cx="435722" cy="4357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7A2EA8-DF57-4800-ACAB-8D11547FA845}">
      <dsp:nvSpPr>
        <dsp:cNvPr id="0" name=""/>
        <dsp:cNvSpPr/>
      </dsp:nvSpPr>
      <dsp:spPr>
        <a:xfrm>
          <a:off x="915017" y="1982120"/>
          <a:ext cx="7150276" cy="792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44" tIns="83844" rIns="83844" bIns="8384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Require proper incident documentation</a:t>
          </a:r>
        </a:p>
      </dsp:txBody>
      <dsp:txXfrm>
        <a:off x="915017" y="1982120"/>
        <a:ext cx="7150276" cy="792222"/>
      </dsp:txXfrm>
    </dsp:sp>
    <dsp:sp modelId="{1F6DCB2F-2E46-40D8-9F7E-61D02A42B77C}">
      <dsp:nvSpPr>
        <dsp:cNvPr id="0" name=""/>
        <dsp:cNvSpPr/>
      </dsp:nvSpPr>
      <dsp:spPr>
        <a:xfrm>
          <a:off x="0" y="2972398"/>
          <a:ext cx="8065294" cy="7922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0A9002-670A-4FEE-B84C-2DB68B91EFA1}">
      <dsp:nvSpPr>
        <dsp:cNvPr id="0" name=""/>
        <dsp:cNvSpPr/>
      </dsp:nvSpPr>
      <dsp:spPr>
        <a:xfrm>
          <a:off x="239647" y="3150649"/>
          <a:ext cx="435722" cy="43572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6B053-95E2-4C21-9498-A8CAE557E4C1}">
      <dsp:nvSpPr>
        <dsp:cNvPr id="0" name=""/>
        <dsp:cNvSpPr/>
      </dsp:nvSpPr>
      <dsp:spPr>
        <a:xfrm>
          <a:off x="915017" y="2972398"/>
          <a:ext cx="7150276" cy="792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44" tIns="83844" rIns="83844" bIns="8384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Ensure on-call engineers have system access and permissions</a:t>
          </a:r>
        </a:p>
      </dsp:txBody>
      <dsp:txXfrm>
        <a:off x="915017" y="2972398"/>
        <a:ext cx="7150276" cy="79222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93DE8E-2557-4B1D-B149-24762D1CF46C}">
      <dsp:nvSpPr>
        <dsp:cNvPr id="0" name=""/>
        <dsp:cNvSpPr/>
      </dsp:nvSpPr>
      <dsp:spPr>
        <a:xfrm>
          <a:off x="2362" y="487431"/>
          <a:ext cx="1874550" cy="26243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147" tIns="330200" rIns="14614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 tools like PagerDuty or Opsgenie for alert management</a:t>
          </a:r>
        </a:p>
      </dsp:txBody>
      <dsp:txXfrm>
        <a:off x="2362" y="1484692"/>
        <a:ext cx="1874550" cy="1574622"/>
      </dsp:txXfrm>
    </dsp:sp>
    <dsp:sp modelId="{A98D36E5-FDBE-49B9-8982-864479D38070}">
      <dsp:nvSpPr>
        <dsp:cNvPr id="0" name=""/>
        <dsp:cNvSpPr/>
      </dsp:nvSpPr>
      <dsp:spPr>
        <a:xfrm>
          <a:off x="545982" y="749868"/>
          <a:ext cx="787311" cy="78731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82" tIns="12700" rIns="6138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1</a:t>
          </a:r>
        </a:p>
      </dsp:txBody>
      <dsp:txXfrm>
        <a:off x="661281" y="865167"/>
        <a:ext cx="556713" cy="556713"/>
      </dsp:txXfrm>
    </dsp:sp>
    <dsp:sp modelId="{983CC538-4EE1-4D52-A45E-46EC3A93FA38}">
      <dsp:nvSpPr>
        <dsp:cNvPr id="0" name=""/>
        <dsp:cNvSpPr/>
      </dsp:nvSpPr>
      <dsp:spPr>
        <a:xfrm>
          <a:off x="2362" y="3111730"/>
          <a:ext cx="1874550" cy="72"/>
        </a:xfrm>
        <a:prstGeom prst="rect">
          <a:avLst/>
        </a:prstGeom>
        <a:solidFill>
          <a:schemeClr val="accent2">
            <a:hueOff val="-217828"/>
            <a:satOff val="-95"/>
            <a:lumOff val="-1989"/>
            <a:alphaOff val="0"/>
          </a:schemeClr>
        </a:solidFill>
        <a:ln w="12700" cap="flat" cmpd="sng" algn="ctr">
          <a:solidFill>
            <a:schemeClr val="accent2">
              <a:hueOff val="-217828"/>
              <a:satOff val="-95"/>
              <a:lumOff val="-198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9C9FC1-7ED2-48A7-8408-3AFCC8B9C2D1}">
      <dsp:nvSpPr>
        <dsp:cNvPr id="0" name=""/>
        <dsp:cNvSpPr/>
      </dsp:nvSpPr>
      <dsp:spPr>
        <a:xfrm>
          <a:off x="2064368" y="487431"/>
          <a:ext cx="1874550" cy="2624371"/>
        </a:xfrm>
        <a:prstGeom prst="rect">
          <a:avLst/>
        </a:prstGeom>
        <a:solidFill>
          <a:schemeClr val="accent2">
            <a:tint val="40000"/>
            <a:alpha val="90000"/>
            <a:hueOff val="-599391"/>
            <a:satOff val="-2072"/>
            <a:lumOff val="-9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99391"/>
              <a:satOff val="-2072"/>
              <a:lumOff val="-9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147" tIns="330200" rIns="14614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Route alerts based on severity and service impact</a:t>
          </a:r>
        </a:p>
      </dsp:txBody>
      <dsp:txXfrm>
        <a:off x="2064368" y="1484692"/>
        <a:ext cx="1874550" cy="1574622"/>
      </dsp:txXfrm>
    </dsp:sp>
    <dsp:sp modelId="{7D45960B-8980-4200-A692-401BB20EADB9}">
      <dsp:nvSpPr>
        <dsp:cNvPr id="0" name=""/>
        <dsp:cNvSpPr/>
      </dsp:nvSpPr>
      <dsp:spPr>
        <a:xfrm>
          <a:off x="2607988" y="749868"/>
          <a:ext cx="787311" cy="787311"/>
        </a:xfrm>
        <a:prstGeom prst="ellipse">
          <a:avLst/>
        </a:prstGeom>
        <a:solidFill>
          <a:schemeClr val="accent2">
            <a:hueOff val="-435656"/>
            <a:satOff val="-189"/>
            <a:lumOff val="-3977"/>
            <a:alphaOff val="0"/>
          </a:schemeClr>
        </a:solidFill>
        <a:ln w="12700" cap="flat" cmpd="sng" algn="ctr">
          <a:solidFill>
            <a:schemeClr val="accent2">
              <a:hueOff val="-435656"/>
              <a:satOff val="-189"/>
              <a:lumOff val="-39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82" tIns="12700" rIns="6138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2</a:t>
          </a:r>
        </a:p>
      </dsp:txBody>
      <dsp:txXfrm>
        <a:off x="2723287" y="865167"/>
        <a:ext cx="556713" cy="556713"/>
      </dsp:txXfrm>
    </dsp:sp>
    <dsp:sp modelId="{F709F80F-5449-48A9-A113-C047AEF55EAA}">
      <dsp:nvSpPr>
        <dsp:cNvPr id="0" name=""/>
        <dsp:cNvSpPr/>
      </dsp:nvSpPr>
      <dsp:spPr>
        <a:xfrm>
          <a:off x="2064368" y="3111730"/>
          <a:ext cx="1874550" cy="72"/>
        </a:xfrm>
        <a:prstGeom prst="rect">
          <a:avLst/>
        </a:prstGeom>
        <a:solidFill>
          <a:schemeClr val="accent2">
            <a:hueOff val="-653484"/>
            <a:satOff val="-284"/>
            <a:lumOff val="-5966"/>
            <a:alphaOff val="0"/>
          </a:schemeClr>
        </a:solidFill>
        <a:ln w="12700" cap="flat" cmpd="sng" algn="ctr">
          <a:solidFill>
            <a:schemeClr val="accent2">
              <a:hueOff val="-653484"/>
              <a:satOff val="-284"/>
              <a:lumOff val="-596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3778DF-5A56-4C5A-A4ED-36B6741617B1}">
      <dsp:nvSpPr>
        <dsp:cNvPr id="0" name=""/>
        <dsp:cNvSpPr/>
      </dsp:nvSpPr>
      <dsp:spPr>
        <a:xfrm>
          <a:off x="4126374" y="487431"/>
          <a:ext cx="1874550" cy="2624371"/>
        </a:xfrm>
        <a:prstGeom prst="rect">
          <a:avLst/>
        </a:prstGeom>
        <a:solidFill>
          <a:schemeClr val="accent2">
            <a:tint val="40000"/>
            <a:alpha val="90000"/>
            <a:hueOff val="-1198783"/>
            <a:satOff val="-4143"/>
            <a:lumOff val="-197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198783"/>
              <a:satOff val="-4143"/>
              <a:lumOff val="-19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147" tIns="330200" rIns="14614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Integrate alerts with communication tools like Slack</a:t>
          </a:r>
        </a:p>
      </dsp:txBody>
      <dsp:txXfrm>
        <a:off x="4126374" y="1484692"/>
        <a:ext cx="1874550" cy="1574622"/>
      </dsp:txXfrm>
    </dsp:sp>
    <dsp:sp modelId="{E7D0CC81-B0A6-4E58-85DC-62BA91298B3D}">
      <dsp:nvSpPr>
        <dsp:cNvPr id="0" name=""/>
        <dsp:cNvSpPr/>
      </dsp:nvSpPr>
      <dsp:spPr>
        <a:xfrm>
          <a:off x="4669994" y="749868"/>
          <a:ext cx="787311" cy="787311"/>
        </a:xfrm>
        <a:prstGeom prst="ellipse">
          <a:avLst/>
        </a:prstGeom>
        <a:solidFill>
          <a:schemeClr val="accent2">
            <a:hueOff val="-871312"/>
            <a:satOff val="-378"/>
            <a:lumOff val="-7955"/>
            <a:alphaOff val="0"/>
          </a:schemeClr>
        </a:solidFill>
        <a:ln w="12700" cap="flat" cmpd="sng" algn="ctr">
          <a:solidFill>
            <a:schemeClr val="accent2">
              <a:hueOff val="-871312"/>
              <a:satOff val="-378"/>
              <a:lumOff val="-79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82" tIns="12700" rIns="6138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3</a:t>
          </a:r>
        </a:p>
      </dsp:txBody>
      <dsp:txXfrm>
        <a:off x="4785293" y="865167"/>
        <a:ext cx="556713" cy="556713"/>
      </dsp:txXfrm>
    </dsp:sp>
    <dsp:sp modelId="{A0CEDA27-9F8A-4D66-B7CB-CD622CF3523B}">
      <dsp:nvSpPr>
        <dsp:cNvPr id="0" name=""/>
        <dsp:cNvSpPr/>
      </dsp:nvSpPr>
      <dsp:spPr>
        <a:xfrm>
          <a:off x="4126374" y="3111730"/>
          <a:ext cx="1874550" cy="72"/>
        </a:xfrm>
        <a:prstGeom prst="rect">
          <a:avLst/>
        </a:prstGeom>
        <a:solidFill>
          <a:schemeClr val="accent2">
            <a:hueOff val="-1089140"/>
            <a:satOff val="-473"/>
            <a:lumOff val="-9944"/>
            <a:alphaOff val="0"/>
          </a:schemeClr>
        </a:solidFill>
        <a:ln w="12700" cap="flat" cmpd="sng" algn="ctr">
          <a:solidFill>
            <a:schemeClr val="accent2">
              <a:hueOff val="-1089140"/>
              <a:satOff val="-473"/>
              <a:lumOff val="-99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EBBDEA-975E-488E-9173-0C92F14EDA76}">
      <dsp:nvSpPr>
        <dsp:cNvPr id="0" name=""/>
        <dsp:cNvSpPr/>
      </dsp:nvSpPr>
      <dsp:spPr>
        <a:xfrm>
          <a:off x="6188380" y="487431"/>
          <a:ext cx="1874550" cy="2624371"/>
        </a:xfrm>
        <a:prstGeom prst="rect">
          <a:avLst/>
        </a:prstGeom>
        <a:solidFill>
          <a:schemeClr val="accent2">
            <a:tint val="40000"/>
            <a:alpha val="90000"/>
            <a:hueOff val="-1798174"/>
            <a:satOff val="-6215"/>
            <a:lumOff val="-295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798174"/>
              <a:satOff val="-6215"/>
              <a:lumOff val="-29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147" tIns="330200" rIns="146147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Automate low-risk recovery actions where possible</a:t>
          </a:r>
        </a:p>
      </dsp:txBody>
      <dsp:txXfrm>
        <a:off x="6188380" y="1484692"/>
        <a:ext cx="1874550" cy="1574622"/>
      </dsp:txXfrm>
    </dsp:sp>
    <dsp:sp modelId="{51244B84-2EDF-4CAE-9244-13B6AEEE9B96}">
      <dsp:nvSpPr>
        <dsp:cNvPr id="0" name=""/>
        <dsp:cNvSpPr/>
      </dsp:nvSpPr>
      <dsp:spPr>
        <a:xfrm>
          <a:off x="6732000" y="749868"/>
          <a:ext cx="787311" cy="787311"/>
        </a:xfrm>
        <a:prstGeom prst="ellipse">
          <a:avLst/>
        </a:prstGeom>
        <a:solidFill>
          <a:schemeClr val="accent2">
            <a:hueOff val="-1306968"/>
            <a:satOff val="-567"/>
            <a:lumOff val="-11932"/>
            <a:alphaOff val="0"/>
          </a:schemeClr>
        </a:solidFill>
        <a:ln w="12700" cap="flat" cmpd="sng" algn="ctr">
          <a:solidFill>
            <a:schemeClr val="accent2">
              <a:hueOff val="-1306968"/>
              <a:satOff val="-567"/>
              <a:lumOff val="-119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382" tIns="12700" rIns="6138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4</a:t>
          </a:r>
        </a:p>
      </dsp:txBody>
      <dsp:txXfrm>
        <a:off x="6847299" y="865167"/>
        <a:ext cx="556713" cy="556713"/>
      </dsp:txXfrm>
    </dsp:sp>
    <dsp:sp modelId="{29EF2547-1E19-46D8-9EB0-3C9741AC564F}">
      <dsp:nvSpPr>
        <dsp:cNvPr id="0" name=""/>
        <dsp:cNvSpPr/>
      </dsp:nvSpPr>
      <dsp:spPr>
        <a:xfrm>
          <a:off x="6188380" y="3111730"/>
          <a:ext cx="1874550" cy="72"/>
        </a:xfrm>
        <a:prstGeom prst="rect">
          <a:avLst/>
        </a:prstGeom>
        <a:solidFill>
          <a:schemeClr val="accent2">
            <a:hueOff val="-1524796"/>
            <a:satOff val="-662"/>
            <a:lumOff val="-13921"/>
            <a:alphaOff val="0"/>
          </a:schemeClr>
        </a:solidFill>
        <a:ln w="12700" cap="flat" cmpd="sng" algn="ctr">
          <a:solidFill>
            <a:schemeClr val="accent2">
              <a:hueOff val="-1524796"/>
              <a:satOff val="-662"/>
              <a:lumOff val="-139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6E9DCF-4CAF-43D2-BE35-B1A3F2C04F7E}">
      <dsp:nvSpPr>
        <dsp:cNvPr id="0" name=""/>
        <dsp:cNvSpPr/>
      </dsp:nvSpPr>
      <dsp:spPr>
        <a:xfrm>
          <a:off x="1613058" y="1660"/>
          <a:ext cx="6452235" cy="86026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191" tIns="218508" rIns="125191" bIns="21850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Provide step-by-step guidance during incidents</a:t>
          </a:r>
        </a:p>
      </dsp:txBody>
      <dsp:txXfrm>
        <a:off x="1613058" y="1660"/>
        <a:ext cx="6452235" cy="860266"/>
      </dsp:txXfrm>
    </dsp:sp>
    <dsp:sp modelId="{DDD13405-64F5-4B63-A860-693D1CFE5828}">
      <dsp:nvSpPr>
        <dsp:cNvPr id="0" name=""/>
        <dsp:cNvSpPr/>
      </dsp:nvSpPr>
      <dsp:spPr>
        <a:xfrm>
          <a:off x="0" y="1660"/>
          <a:ext cx="1613058" cy="8602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58" tIns="84975" rIns="85358" bIns="8497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Provide</a:t>
          </a:r>
        </a:p>
      </dsp:txBody>
      <dsp:txXfrm>
        <a:off x="0" y="1660"/>
        <a:ext cx="1613058" cy="860266"/>
      </dsp:txXfrm>
    </dsp:sp>
    <dsp:sp modelId="{5995E936-0DD1-41AD-8F9C-2945F951C7D2}">
      <dsp:nvSpPr>
        <dsp:cNvPr id="0" name=""/>
        <dsp:cNvSpPr/>
      </dsp:nvSpPr>
      <dsp:spPr>
        <a:xfrm>
          <a:off x="1613058" y="913542"/>
          <a:ext cx="6452235" cy="86026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191" tIns="218508" rIns="125191" bIns="21850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Reduce stress and cognitive load for responders</a:t>
          </a:r>
        </a:p>
      </dsp:txBody>
      <dsp:txXfrm>
        <a:off x="1613058" y="913542"/>
        <a:ext cx="6452235" cy="860266"/>
      </dsp:txXfrm>
    </dsp:sp>
    <dsp:sp modelId="{4C1853BE-BE4A-46B0-9393-F2BCBEBF8222}">
      <dsp:nvSpPr>
        <dsp:cNvPr id="0" name=""/>
        <dsp:cNvSpPr/>
      </dsp:nvSpPr>
      <dsp:spPr>
        <a:xfrm>
          <a:off x="0" y="913542"/>
          <a:ext cx="1613058" cy="8602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58" tIns="84975" rIns="85358" bIns="8497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Reduce</a:t>
          </a:r>
        </a:p>
      </dsp:txBody>
      <dsp:txXfrm>
        <a:off x="0" y="913542"/>
        <a:ext cx="1613058" cy="860266"/>
      </dsp:txXfrm>
    </dsp:sp>
    <dsp:sp modelId="{8A998150-3310-49CE-A5A3-93E2A5917A02}">
      <dsp:nvSpPr>
        <dsp:cNvPr id="0" name=""/>
        <dsp:cNvSpPr/>
      </dsp:nvSpPr>
      <dsp:spPr>
        <a:xfrm>
          <a:off x="1613058" y="1825424"/>
          <a:ext cx="6452235" cy="86026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191" tIns="218508" rIns="125191" bIns="21850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Help junior engineers handle incidents confidently</a:t>
          </a:r>
        </a:p>
      </dsp:txBody>
      <dsp:txXfrm>
        <a:off x="1613058" y="1825424"/>
        <a:ext cx="6452235" cy="860266"/>
      </dsp:txXfrm>
    </dsp:sp>
    <dsp:sp modelId="{AA50FFE4-C838-4DC5-B1C6-6BDD098BFBE2}">
      <dsp:nvSpPr>
        <dsp:cNvPr id="0" name=""/>
        <dsp:cNvSpPr/>
      </dsp:nvSpPr>
      <dsp:spPr>
        <a:xfrm>
          <a:off x="0" y="1825424"/>
          <a:ext cx="1613058" cy="8602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58" tIns="84975" rIns="85358" bIns="8497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Help</a:t>
          </a:r>
        </a:p>
      </dsp:txBody>
      <dsp:txXfrm>
        <a:off x="0" y="1825424"/>
        <a:ext cx="1613058" cy="860266"/>
      </dsp:txXfrm>
    </dsp:sp>
    <dsp:sp modelId="{03D460BB-6C41-4795-A83E-10C5C6EA24A3}">
      <dsp:nvSpPr>
        <dsp:cNvPr id="0" name=""/>
        <dsp:cNvSpPr/>
      </dsp:nvSpPr>
      <dsp:spPr>
        <a:xfrm>
          <a:off x="1613058" y="2737307"/>
          <a:ext cx="6452235" cy="86026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191" tIns="218508" rIns="125191" bIns="21850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Ensure consistent incident response procedures</a:t>
          </a:r>
        </a:p>
      </dsp:txBody>
      <dsp:txXfrm>
        <a:off x="1613058" y="2737307"/>
        <a:ext cx="6452235" cy="860266"/>
      </dsp:txXfrm>
    </dsp:sp>
    <dsp:sp modelId="{78BFB082-08D1-4247-A102-075CF899A394}">
      <dsp:nvSpPr>
        <dsp:cNvPr id="0" name=""/>
        <dsp:cNvSpPr/>
      </dsp:nvSpPr>
      <dsp:spPr>
        <a:xfrm>
          <a:off x="0" y="2737307"/>
          <a:ext cx="1613058" cy="8602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58" tIns="84975" rIns="85358" bIns="8497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Ensure</a:t>
          </a:r>
        </a:p>
      </dsp:txBody>
      <dsp:txXfrm>
        <a:off x="0" y="2737307"/>
        <a:ext cx="1613058" cy="8602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B25DE-4FBB-4B69-9E69-BD71A2ED4BF8}">
      <dsp:nvSpPr>
        <dsp:cNvPr id="0" name=""/>
        <dsp:cNvSpPr/>
      </dsp:nvSpPr>
      <dsp:spPr>
        <a:xfrm>
          <a:off x="187234" y="544796"/>
          <a:ext cx="1018170" cy="101817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F1CC64-C579-4039-8BD9-7995CF2B1624}">
      <dsp:nvSpPr>
        <dsp:cNvPr id="0" name=""/>
        <dsp:cNvSpPr/>
      </dsp:nvSpPr>
      <dsp:spPr>
        <a:xfrm>
          <a:off x="401050" y="758612"/>
          <a:ext cx="590538" cy="5905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1041CD-21F3-4422-AA4E-DBE110A51498}">
      <dsp:nvSpPr>
        <dsp:cNvPr id="0" name=""/>
        <dsp:cNvSpPr/>
      </dsp:nvSpPr>
      <dsp:spPr>
        <a:xfrm>
          <a:off x="1423584" y="544796"/>
          <a:ext cx="2399973" cy="1018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Conduct blameless post-mortems after incidents</a:t>
          </a:r>
        </a:p>
      </dsp:txBody>
      <dsp:txXfrm>
        <a:off x="1423584" y="544796"/>
        <a:ext cx="2399973" cy="1018170"/>
      </dsp:txXfrm>
    </dsp:sp>
    <dsp:sp modelId="{C5F36DDC-B97B-45B5-B217-8D6BBAB38B7A}">
      <dsp:nvSpPr>
        <dsp:cNvPr id="0" name=""/>
        <dsp:cNvSpPr/>
      </dsp:nvSpPr>
      <dsp:spPr>
        <a:xfrm>
          <a:off x="4241735" y="544796"/>
          <a:ext cx="1018170" cy="101817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757F54-1800-4F68-B0BE-BFA32EFF9498}">
      <dsp:nvSpPr>
        <dsp:cNvPr id="0" name=""/>
        <dsp:cNvSpPr/>
      </dsp:nvSpPr>
      <dsp:spPr>
        <a:xfrm>
          <a:off x="4455551" y="758612"/>
          <a:ext cx="590538" cy="5905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AAFDD8-209F-4917-9C40-4E45DC0A7555}">
      <dsp:nvSpPr>
        <dsp:cNvPr id="0" name=""/>
        <dsp:cNvSpPr/>
      </dsp:nvSpPr>
      <dsp:spPr>
        <a:xfrm>
          <a:off x="5478085" y="544796"/>
          <a:ext cx="2399973" cy="1018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Identify root causes and contributing factors</a:t>
          </a:r>
        </a:p>
      </dsp:txBody>
      <dsp:txXfrm>
        <a:off x="5478085" y="544796"/>
        <a:ext cx="2399973" cy="1018170"/>
      </dsp:txXfrm>
    </dsp:sp>
    <dsp:sp modelId="{FCDBA974-1877-4867-8B9E-DFF2889FF087}">
      <dsp:nvSpPr>
        <dsp:cNvPr id="0" name=""/>
        <dsp:cNvSpPr/>
      </dsp:nvSpPr>
      <dsp:spPr>
        <a:xfrm>
          <a:off x="187234" y="2203218"/>
          <a:ext cx="1018170" cy="101817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3993CC-F980-4B9B-B1CB-9AB54F16FDF0}">
      <dsp:nvSpPr>
        <dsp:cNvPr id="0" name=""/>
        <dsp:cNvSpPr/>
      </dsp:nvSpPr>
      <dsp:spPr>
        <a:xfrm>
          <a:off x="401050" y="2417034"/>
          <a:ext cx="590538" cy="59053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22A35D-0F3B-4CDE-9322-A94BE6225F91}">
      <dsp:nvSpPr>
        <dsp:cNvPr id="0" name=""/>
        <dsp:cNvSpPr/>
      </dsp:nvSpPr>
      <dsp:spPr>
        <a:xfrm>
          <a:off x="1423584" y="2203218"/>
          <a:ext cx="2399973" cy="1018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Document lessons learned and improvement actions</a:t>
          </a:r>
        </a:p>
      </dsp:txBody>
      <dsp:txXfrm>
        <a:off x="1423584" y="2203218"/>
        <a:ext cx="2399973" cy="1018170"/>
      </dsp:txXfrm>
    </dsp:sp>
    <dsp:sp modelId="{C3EE070D-B3FB-4FB4-B6B6-000A428BBCC8}">
      <dsp:nvSpPr>
        <dsp:cNvPr id="0" name=""/>
        <dsp:cNvSpPr/>
      </dsp:nvSpPr>
      <dsp:spPr>
        <a:xfrm>
          <a:off x="4241735" y="2203218"/>
          <a:ext cx="1018170" cy="101817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0A0A16-87E1-43CB-A92C-5BDCB2C7782E}">
      <dsp:nvSpPr>
        <dsp:cNvPr id="0" name=""/>
        <dsp:cNvSpPr/>
      </dsp:nvSpPr>
      <dsp:spPr>
        <a:xfrm>
          <a:off x="4455551" y="2417034"/>
          <a:ext cx="590538" cy="59053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A87FE0-178A-4C49-9097-D58CEF20F3F4}">
      <dsp:nvSpPr>
        <dsp:cNvPr id="0" name=""/>
        <dsp:cNvSpPr/>
      </dsp:nvSpPr>
      <dsp:spPr>
        <a:xfrm>
          <a:off x="5478085" y="2203218"/>
          <a:ext cx="2399973" cy="1018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Continuously refine alerts, playbooks, and systems</a:t>
          </a:r>
        </a:p>
      </dsp:txBody>
      <dsp:txXfrm>
        <a:off x="5478085" y="2203218"/>
        <a:ext cx="2399973" cy="101817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2F47C6-B71B-443F-ADA7-5B033E446B1F}">
      <dsp:nvSpPr>
        <dsp:cNvPr id="0" name=""/>
        <dsp:cNvSpPr/>
      </dsp:nvSpPr>
      <dsp:spPr>
        <a:xfrm>
          <a:off x="2149554" y="0"/>
          <a:ext cx="3766185" cy="376618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EEB6D4-91BC-4A73-BD5C-A96219F303A9}">
      <dsp:nvSpPr>
        <dsp:cNvPr id="0" name=""/>
        <dsp:cNvSpPr/>
      </dsp:nvSpPr>
      <dsp:spPr>
        <a:xfrm>
          <a:off x="2507342" y="357787"/>
          <a:ext cx="1468812" cy="14688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Mean Time to Acknowledge (MTTA)</a:t>
          </a:r>
        </a:p>
      </dsp:txBody>
      <dsp:txXfrm>
        <a:off x="2579043" y="429488"/>
        <a:ext cx="1325410" cy="1325410"/>
      </dsp:txXfrm>
    </dsp:sp>
    <dsp:sp modelId="{1680A256-A817-4C50-B9CE-577AA173DCDC}">
      <dsp:nvSpPr>
        <dsp:cNvPr id="0" name=""/>
        <dsp:cNvSpPr/>
      </dsp:nvSpPr>
      <dsp:spPr>
        <a:xfrm>
          <a:off x="4089139" y="357787"/>
          <a:ext cx="1468812" cy="14688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Mean Time to Resolve (MTTR)</a:t>
          </a:r>
        </a:p>
      </dsp:txBody>
      <dsp:txXfrm>
        <a:off x="4160840" y="429488"/>
        <a:ext cx="1325410" cy="1325410"/>
      </dsp:txXfrm>
    </dsp:sp>
    <dsp:sp modelId="{0E3E9358-619F-48BC-A96F-4FBBDD04319D}">
      <dsp:nvSpPr>
        <dsp:cNvPr id="0" name=""/>
        <dsp:cNvSpPr/>
      </dsp:nvSpPr>
      <dsp:spPr>
        <a:xfrm>
          <a:off x="2507342" y="1939585"/>
          <a:ext cx="1468812" cy="14688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Number of alerts per on-call shift</a:t>
          </a:r>
        </a:p>
      </dsp:txBody>
      <dsp:txXfrm>
        <a:off x="2579043" y="2011286"/>
        <a:ext cx="1325410" cy="1325410"/>
      </dsp:txXfrm>
    </dsp:sp>
    <dsp:sp modelId="{A431C172-E180-403D-9A47-6922C4D27EF0}">
      <dsp:nvSpPr>
        <dsp:cNvPr id="0" name=""/>
        <dsp:cNvSpPr/>
      </dsp:nvSpPr>
      <dsp:spPr>
        <a:xfrm>
          <a:off x="4089139" y="1939585"/>
          <a:ext cx="1468812" cy="14688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Frequency of escalations</a:t>
          </a:r>
        </a:p>
      </dsp:txBody>
      <dsp:txXfrm>
        <a:off x="4160840" y="2011286"/>
        <a:ext cx="1325410" cy="132541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BE55CF-1D19-40D2-A91B-1D9D337C30E6}">
      <dsp:nvSpPr>
        <dsp:cNvPr id="0" name=""/>
        <dsp:cNvSpPr/>
      </dsp:nvSpPr>
      <dsp:spPr>
        <a:xfrm>
          <a:off x="0" y="2279"/>
          <a:ext cx="4691043" cy="1155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BA7AA7-FDA4-4BEE-BF34-C8E84CD4DBA0}">
      <dsp:nvSpPr>
        <dsp:cNvPr id="0" name=""/>
        <dsp:cNvSpPr/>
      </dsp:nvSpPr>
      <dsp:spPr>
        <a:xfrm>
          <a:off x="349511" y="262246"/>
          <a:ext cx="635474" cy="6354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5BA76-418C-4AEA-AF9B-FAC75D2E6B6F}">
      <dsp:nvSpPr>
        <dsp:cNvPr id="0" name=""/>
        <dsp:cNvSpPr/>
      </dsp:nvSpPr>
      <dsp:spPr>
        <a:xfrm>
          <a:off x="1334496" y="2279"/>
          <a:ext cx="3356546" cy="1155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281" tIns="122281" rIns="122281" bIns="12228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Pager rotations are essential to modern DevOps teams</a:t>
          </a:r>
        </a:p>
      </dsp:txBody>
      <dsp:txXfrm>
        <a:off x="1334496" y="2279"/>
        <a:ext cx="3356546" cy="1155408"/>
      </dsp:txXfrm>
    </dsp:sp>
    <dsp:sp modelId="{50B7CBE7-0BB9-43E4-87CA-F9DA0644F7BB}">
      <dsp:nvSpPr>
        <dsp:cNvPr id="0" name=""/>
        <dsp:cNvSpPr/>
      </dsp:nvSpPr>
      <dsp:spPr>
        <a:xfrm>
          <a:off x="0" y="1446540"/>
          <a:ext cx="4691043" cy="1155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CF32D2-7B41-45C8-AAF0-81F85353DB95}">
      <dsp:nvSpPr>
        <dsp:cNvPr id="0" name=""/>
        <dsp:cNvSpPr/>
      </dsp:nvSpPr>
      <dsp:spPr>
        <a:xfrm>
          <a:off x="349511" y="1706507"/>
          <a:ext cx="635474" cy="6354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826566-2981-475C-9038-AB766BB4E35C}">
      <dsp:nvSpPr>
        <dsp:cNvPr id="0" name=""/>
        <dsp:cNvSpPr/>
      </dsp:nvSpPr>
      <dsp:spPr>
        <a:xfrm>
          <a:off x="1334496" y="1446540"/>
          <a:ext cx="3356546" cy="1155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281" tIns="122281" rIns="122281" bIns="12228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Fair scheduling prevents burnout</a:t>
          </a:r>
        </a:p>
      </dsp:txBody>
      <dsp:txXfrm>
        <a:off x="1334496" y="1446540"/>
        <a:ext cx="3356546" cy="1155408"/>
      </dsp:txXfrm>
    </dsp:sp>
    <dsp:sp modelId="{CEE71CAB-880D-44C2-9EF8-955EE7E83B7D}">
      <dsp:nvSpPr>
        <dsp:cNvPr id="0" name=""/>
        <dsp:cNvSpPr/>
      </dsp:nvSpPr>
      <dsp:spPr>
        <a:xfrm>
          <a:off x="0" y="2890801"/>
          <a:ext cx="4691043" cy="1155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03B88B-79F3-40BA-A092-174D6EA89215}">
      <dsp:nvSpPr>
        <dsp:cNvPr id="0" name=""/>
        <dsp:cNvSpPr/>
      </dsp:nvSpPr>
      <dsp:spPr>
        <a:xfrm>
          <a:off x="349511" y="3150767"/>
          <a:ext cx="635474" cy="6354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A0D2FC-1610-44CB-AF4A-20322CDD36FE}">
      <dsp:nvSpPr>
        <dsp:cNvPr id="0" name=""/>
        <dsp:cNvSpPr/>
      </dsp:nvSpPr>
      <dsp:spPr>
        <a:xfrm>
          <a:off x="1334496" y="2890801"/>
          <a:ext cx="3356546" cy="1155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281" tIns="122281" rIns="122281" bIns="12228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Strong tooling and reviews improve reliability</a:t>
          </a:r>
        </a:p>
      </dsp:txBody>
      <dsp:txXfrm>
        <a:off x="1334496" y="2890801"/>
        <a:ext cx="3356546" cy="1155408"/>
      </dsp:txXfrm>
    </dsp:sp>
    <dsp:sp modelId="{E15C691E-3652-478A-9559-59E764376D27}">
      <dsp:nvSpPr>
        <dsp:cNvPr id="0" name=""/>
        <dsp:cNvSpPr/>
      </dsp:nvSpPr>
      <dsp:spPr>
        <a:xfrm>
          <a:off x="0" y="4335061"/>
          <a:ext cx="4691043" cy="11554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3C3F0A-ADAB-461F-95A1-4ACBB9A5D578}">
      <dsp:nvSpPr>
        <dsp:cNvPr id="0" name=""/>
        <dsp:cNvSpPr/>
      </dsp:nvSpPr>
      <dsp:spPr>
        <a:xfrm>
          <a:off x="349511" y="4595028"/>
          <a:ext cx="635474" cy="63547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E81806-46A5-4C97-919B-9242DCC1C906}">
      <dsp:nvSpPr>
        <dsp:cNvPr id="0" name=""/>
        <dsp:cNvSpPr/>
      </dsp:nvSpPr>
      <dsp:spPr>
        <a:xfrm>
          <a:off x="1334496" y="4335061"/>
          <a:ext cx="3356546" cy="1155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281" tIns="122281" rIns="122281" bIns="12228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Effective pager rotations support continuous improvement</a:t>
          </a:r>
        </a:p>
      </dsp:txBody>
      <dsp:txXfrm>
        <a:off x="1334496" y="4335061"/>
        <a:ext cx="3356546" cy="11554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26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765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16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2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20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18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15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08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830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56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79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670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tlassian.com/incident-management/on-call" TargetMode="External"/><Relationship Id="rId2" Type="http://schemas.openxmlformats.org/officeDocument/2006/relationships/hyperlink" Target="http://www.pagerduty.com/resources/learn/call-rotations-schedule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atlassian.com/incident-management/on-call/improving-on-call" TargetMode="External"/><Relationship Id="rId4" Type="http://schemas.openxmlformats.org/officeDocument/2006/relationships/hyperlink" Target="http://www.atlassian.com/incident-manageme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F97E041-634B-4B3E-8669-42583D956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825ADD-F95C-4747-9B41-5DB21C28E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600" y="643467"/>
            <a:ext cx="8178799" cy="5571066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791A8E-B2BA-467D-BB87-8CFBFB13A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4646" y="809244"/>
            <a:ext cx="7934706" cy="5239512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4877" y="4064626"/>
            <a:ext cx="7205369" cy="205271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Industry Best Practices</a:t>
            </a:r>
          </a:p>
          <a:p>
            <a:pPr algn="ctr"/>
            <a:endParaRPr lang="en-US" sz="800" dirty="0">
              <a:solidFill>
                <a:srgbClr val="FFFFFF"/>
              </a:solidFill>
            </a:endParaRPr>
          </a:p>
          <a:p>
            <a:pPr algn="ctr"/>
            <a:r>
              <a:rPr lang="en-US" sz="1800" dirty="0">
                <a:solidFill>
                  <a:srgbClr val="FFFFFF"/>
                </a:solidFill>
              </a:rPr>
              <a:t>By: Hugo Ramirez</a:t>
            </a:r>
          </a:p>
          <a:p>
            <a:pPr algn="ctr"/>
            <a:r>
              <a:rPr lang="en-US" sz="1800" dirty="0">
                <a:solidFill>
                  <a:srgbClr val="FFFFFF"/>
                </a:solidFill>
              </a:rPr>
              <a:t>Assignment: Pager Rotation Duties</a:t>
            </a:r>
          </a:p>
          <a:p>
            <a:pPr algn="ctr"/>
            <a:br>
              <a:rPr lang="en-US" sz="800" dirty="0">
                <a:solidFill>
                  <a:srgbClr val="FFFFFF"/>
                </a:solidFill>
              </a:rPr>
            </a:br>
            <a:endParaRPr lang="en-US" sz="800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4877" y="1285196"/>
            <a:ext cx="7205370" cy="2779429"/>
          </a:xfrm>
        </p:spPr>
        <p:txBody>
          <a:bodyPr>
            <a:normAutofit/>
          </a:bodyPr>
          <a:lstStyle/>
          <a:p>
            <a:pPr algn="ctr"/>
            <a:r>
              <a:rPr lang="en-US" sz="7000"/>
              <a:t>Pager Rotation Duties in DevOps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8" y="499533"/>
            <a:ext cx="8079581" cy="1658198"/>
          </a:xfrm>
        </p:spPr>
        <p:txBody>
          <a:bodyPr>
            <a:normAutofit/>
          </a:bodyPr>
          <a:lstStyle/>
          <a:p>
            <a:r>
              <a:rPr lang="en-US"/>
              <a:t>What Are Pager Rotation Duties?</a:t>
            </a:r>
            <a:endParaRPr lang="en-US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535F10CF-17F4-4D08-871D-3447680827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8429113"/>
              </p:ext>
            </p:extLst>
          </p:nvPr>
        </p:nvGraphicFramePr>
        <p:xfrm>
          <a:off x="507206" y="2373549"/>
          <a:ext cx="8065294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8" y="499533"/>
            <a:ext cx="8079581" cy="1658198"/>
          </a:xfrm>
        </p:spPr>
        <p:txBody>
          <a:bodyPr>
            <a:normAutofit/>
          </a:bodyPr>
          <a:lstStyle/>
          <a:p>
            <a:r>
              <a:rPr dirty="0"/>
              <a:t>Why Pager Rotations Matter in DevOps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1447A6-0E75-9219-0DD9-73CAEC2888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9941954"/>
              </p:ext>
            </p:extLst>
          </p:nvPr>
        </p:nvGraphicFramePr>
        <p:xfrm>
          <a:off x="507206" y="2373549"/>
          <a:ext cx="8065294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8" y="499533"/>
            <a:ext cx="8079581" cy="1658198"/>
          </a:xfrm>
        </p:spPr>
        <p:txBody>
          <a:bodyPr>
            <a:normAutofit/>
          </a:bodyPr>
          <a:lstStyle/>
          <a:p>
            <a:r>
              <a:rPr dirty="0"/>
              <a:t>Best Practice: </a:t>
            </a:r>
            <a:br>
              <a:rPr lang="en-US" dirty="0"/>
            </a:br>
            <a:r>
              <a:rPr dirty="0"/>
              <a:t>Fair &amp; Predictable Scheduling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2EBCFF-994F-2F52-D44E-A28FC81C1E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11072"/>
              </p:ext>
            </p:extLst>
          </p:nvPr>
        </p:nvGraphicFramePr>
        <p:xfrm>
          <a:off x="507206" y="2373549"/>
          <a:ext cx="8065294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Practice: </a:t>
            </a:r>
            <a:br>
              <a:rPr lang="en-US" dirty="0"/>
            </a:br>
            <a:r>
              <a:rPr lang="en-US" dirty="0"/>
              <a:t>Clear On-Call Responsibilities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CEAD3E0A-109A-A2E8-DC9A-BEC3CC08B7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1621699"/>
              </p:ext>
            </p:extLst>
          </p:nvPr>
        </p:nvGraphicFramePr>
        <p:xfrm>
          <a:off x="507206" y="1993393"/>
          <a:ext cx="8065294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8" y="499533"/>
            <a:ext cx="8079581" cy="1658198"/>
          </a:xfrm>
        </p:spPr>
        <p:txBody>
          <a:bodyPr>
            <a:normAutofit/>
          </a:bodyPr>
          <a:lstStyle/>
          <a:p>
            <a:r>
              <a:rPr dirty="0"/>
              <a:t>Best Practice: </a:t>
            </a:r>
            <a:br>
              <a:rPr lang="en-US" dirty="0"/>
            </a:br>
            <a:r>
              <a:rPr dirty="0"/>
              <a:t>Tooling and Automation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03EA0A-536A-86B6-FD24-618F43E34F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3940941"/>
              </p:ext>
            </p:extLst>
          </p:nvPr>
        </p:nvGraphicFramePr>
        <p:xfrm>
          <a:off x="507206" y="2373549"/>
          <a:ext cx="8065294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8" y="499533"/>
            <a:ext cx="8079581" cy="1658198"/>
          </a:xfrm>
        </p:spPr>
        <p:txBody>
          <a:bodyPr>
            <a:normAutofit/>
          </a:bodyPr>
          <a:lstStyle/>
          <a:p>
            <a:r>
              <a:rPr dirty="0"/>
              <a:t>Importance of Playbooks and Runbooks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6EC9146-A5B7-841E-6020-C6943F185891}"/>
              </a:ext>
            </a:extLst>
          </p:cNvPr>
          <p:cNvGraphicFramePr/>
          <p:nvPr/>
        </p:nvGraphicFramePr>
        <p:xfrm>
          <a:off x="507206" y="2373549"/>
          <a:ext cx="8065294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Post-Incident Reviews and Learning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871185-8E56-2312-470B-6ADB7136D1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6678590"/>
              </p:ext>
            </p:extLst>
          </p:nvPr>
        </p:nvGraphicFramePr>
        <p:xfrm>
          <a:off x="507206" y="1993393"/>
          <a:ext cx="8065294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to Measure Effectiveness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322D452-D23F-2CD0-3866-18B601F930A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7206" y="1993393"/>
          <a:ext cx="8065294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723" y="639763"/>
            <a:ext cx="2998270" cy="5492750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AB718D-60D9-5690-4EE2-2C7DCE3F72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9274944"/>
              </p:ext>
            </p:extLst>
          </p:nvPr>
        </p:nvGraphicFramePr>
        <p:xfrm>
          <a:off x="3966260" y="639763"/>
          <a:ext cx="4691043" cy="549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600" y="643467"/>
            <a:ext cx="8178799" cy="1989682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4646" y="806204"/>
            <a:ext cx="7934706" cy="1664208"/>
          </a:xfrm>
          <a:prstGeom prst="rect">
            <a:avLst/>
          </a:prstGeom>
          <a:noFill/>
          <a:ln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884" y="1059736"/>
            <a:ext cx="7530175" cy="122813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Resources and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884" y="2973313"/>
            <a:ext cx="7530175" cy="3354335"/>
          </a:xfrm>
        </p:spPr>
        <p:txBody>
          <a:bodyPr>
            <a:noAutofit/>
          </a:bodyPr>
          <a:lstStyle/>
          <a:p>
            <a:r>
              <a:rPr lang="en-US" sz="1400" dirty="0"/>
              <a:t>Kim, Gene, et al. </a:t>
            </a:r>
            <a:r>
              <a:rPr lang="en-US" sz="1400" i="1" dirty="0"/>
              <a:t>The DevOps Handbook: How to Create World-Class Agility, Reliability, and Security in Technology Organizations</a:t>
            </a:r>
            <a:r>
              <a:rPr lang="en-US" sz="1400" dirty="0"/>
              <a:t>. 2nd ed., IT Revolution Press, 2022.</a:t>
            </a:r>
          </a:p>
          <a:p>
            <a:r>
              <a:rPr lang="en-US" sz="1400" dirty="0"/>
              <a:t>PagerDuty. “On-Call Rotations and Schedules.” </a:t>
            </a:r>
            <a:r>
              <a:rPr lang="en-US" sz="1400" i="1" dirty="0"/>
              <a:t>PagerDuty</a:t>
            </a:r>
            <a:r>
              <a:rPr lang="en-US" sz="1400" dirty="0"/>
              <a:t>, PagerDuty, </a:t>
            </a:r>
            <a:r>
              <a:rPr lang="en-US" sz="1400" dirty="0">
                <a:hlinkClick r:id="rId2"/>
              </a:rPr>
              <a:t>www.pagerduty.com/resources/learn/call-rotations-schedules/</a:t>
            </a:r>
            <a:r>
              <a:rPr lang="en-US" sz="1400" dirty="0"/>
              <a:t>. Accessed 5 Feb. 2026. </a:t>
            </a:r>
          </a:p>
          <a:p>
            <a:r>
              <a:rPr lang="en-US" sz="1400" dirty="0"/>
              <a:t>PagerDuty. “On-Call Etiquette and Best Practices.” </a:t>
            </a:r>
            <a:r>
              <a:rPr lang="en-US" sz="1400" i="1" dirty="0"/>
              <a:t>PagerDuty Incident Response Documentation</a:t>
            </a:r>
            <a:r>
              <a:rPr lang="en-US" sz="1400" dirty="0"/>
              <a:t>, PagerDuty, ownership.pagerduty.com/on-call/. Accessed 5 Feb. 2026. </a:t>
            </a:r>
          </a:p>
          <a:p>
            <a:r>
              <a:rPr lang="en-US" sz="1400" dirty="0"/>
              <a:t>Atlassian. “Pros and Cons of Different Approaches to On-Call Management.” </a:t>
            </a:r>
            <a:r>
              <a:rPr lang="en-US" sz="1400" i="1" dirty="0"/>
              <a:t>Atlassian</a:t>
            </a:r>
            <a:r>
              <a:rPr lang="en-US" sz="1400" dirty="0"/>
              <a:t>, </a:t>
            </a:r>
            <a:r>
              <a:rPr lang="en-US" sz="1400" dirty="0">
                <a:hlinkClick r:id="rId3"/>
              </a:rPr>
              <a:t>www.atlassian.com/incident-management/on-call</a:t>
            </a:r>
            <a:r>
              <a:rPr lang="en-US" sz="1400" dirty="0"/>
              <a:t>. Accessed 5 Feb. 2026. </a:t>
            </a:r>
          </a:p>
          <a:p>
            <a:r>
              <a:rPr lang="en-US" sz="1400" dirty="0"/>
              <a:t>Atlassian. “Incident Management.” </a:t>
            </a:r>
            <a:r>
              <a:rPr lang="en-US" sz="1400" i="1" dirty="0"/>
              <a:t>Atlassian</a:t>
            </a:r>
            <a:r>
              <a:rPr lang="en-US" sz="1400" dirty="0"/>
              <a:t>, </a:t>
            </a:r>
            <a:r>
              <a:rPr lang="en-US" sz="1400" dirty="0">
                <a:hlinkClick r:id="rId4"/>
              </a:rPr>
              <a:t>www.atlassian.com/incident-management</a:t>
            </a:r>
            <a:r>
              <a:rPr lang="en-US" sz="1400" dirty="0"/>
              <a:t>. Accessed 5 Feb. 2026. </a:t>
            </a:r>
          </a:p>
          <a:p>
            <a:r>
              <a:rPr lang="en-US" sz="1400" dirty="0"/>
              <a:t>Atlassian. “A Manager’s Guide to Improving On-Call.” </a:t>
            </a:r>
            <a:r>
              <a:rPr lang="en-US" sz="1400" i="1" dirty="0"/>
              <a:t>Atlassian</a:t>
            </a:r>
            <a:r>
              <a:rPr lang="en-US" sz="1400" dirty="0"/>
              <a:t>, </a:t>
            </a:r>
            <a:r>
              <a:rPr lang="en-US" sz="1400" dirty="0">
                <a:hlinkClick r:id="rId5"/>
              </a:rPr>
              <a:t>www.atlassian.com/incident-management/on-call/improving-on-call</a:t>
            </a:r>
            <a:r>
              <a:rPr lang="en-US" sz="1400" dirty="0"/>
              <a:t>. Accessed 5 Feb.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31</TotalTime>
  <Words>482</Words>
  <Application>Microsoft Office PowerPoint</Application>
  <PresentationFormat>On-screen Show (4:3)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 Light</vt:lpstr>
      <vt:lpstr>Metropolitan</vt:lpstr>
      <vt:lpstr>Pager Rotation Duties in DevOps</vt:lpstr>
      <vt:lpstr>What Are Pager Rotation Duties?</vt:lpstr>
      <vt:lpstr>Why Pager Rotations Matter in DevOps</vt:lpstr>
      <vt:lpstr>Best Practice:  Fair &amp; Predictable Scheduling</vt:lpstr>
      <vt:lpstr>Best Practice:  Clear On-Call Responsibilities</vt:lpstr>
      <vt:lpstr>Best Practice:  Tooling and Automation</vt:lpstr>
      <vt:lpstr>Importance of Playbooks and Runbooks</vt:lpstr>
      <vt:lpstr>Post-Incident Reviews and Learning</vt:lpstr>
      <vt:lpstr>Key Metrics to Measure Effectiveness</vt:lpstr>
      <vt:lpstr>Conclusion</vt:lpstr>
      <vt:lpstr>Resources and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Hugo Ramirez</cp:lastModifiedBy>
  <cp:revision>3</cp:revision>
  <dcterms:created xsi:type="dcterms:W3CDTF">2013-01-27T09:14:16Z</dcterms:created>
  <dcterms:modified xsi:type="dcterms:W3CDTF">2026-02-08T05:23:03Z</dcterms:modified>
  <cp:category/>
</cp:coreProperties>
</file>