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A6AA84-B4CA-4F52-9A4C-BDDE2F173F02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D2F305-741C-4745-A9A6-D5926C737A81}">
      <dgm:prSet/>
      <dgm:spPr/>
      <dgm:t>
        <a:bodyPr/>
        <a:lstStyle/>
        <a:p>
          <a:r>
            <a:rPr lang="en-US"/>
            <a:t>Implement</a:t>
          </a:r>
        </a:p>
      </dgm:t>
    </dgm:pt>
    <dgm:pt modelId="{19E637CD-DB22-46FD-8710-852FE4F9A668}" type="parTrans" cxnId="{11F67408-FF43-47DB-8570-DE29452F60DB}">
      <dgm:prSet/>
      <dgm:spPr/>
      <dgm:t>
        <a:bodyPr/>
        <a:lstStyle/>
        <a:p>
          <a:endParaRPr lang="en-US"/>
        </a:p>
      </dgm:t>
    </dgm:pt>
    <dgm:pt modelId="{E7812AB1-FF00-4DB7-9EB0-E05F70A82A0E}" type="sibTrans" cxnId="{11F67408-FF43-47DB-8570-DE29452F60DB}">
      <dgm:prSet/>
      <dgm:spPr/>
      <dgm:t>
        <a:bodyPr/>
        <a:lstStyle/>
        <a:p>
          <a:endParaRPr lang="en-US"/>
        </a:p>
      </dgm:t>
    </dgm:pt>
    <dgm:pt modelId="{CE038A7E-F133-45DD-96D8-71E51A3F5A94}">
      <dgm:prSet/>
      <dgm:spPr/>
      <dgm:t>
        <a:bodyPr/>
        <a:lstStyle/>
        <a:p>
          <a:r>
            <a:rPr lang="en-US"/>
            <a:t>Implement Role-Based Access Control (RBAC).</a:t>
          </a:r>
        </a:p>
      </dgm:t>
    </dgm:pt>
    <dgm:pt modelId="{798DAB2B-C766-43A6-85A7-D72C006A1133}" type="parTrans" cxnId="{BF43651A-FD27-48D2-A8C5-C7B44298BD23}">
      <dgm:prSet/>
      <dgm:spPr/>
      <dgm:t>
        <a:bodyPr/>
        <a:lstStyle/>
        <a:p>
          <a:endParaRPr lang="en-US"/>
        </a:p>
      </dgm:t>
    </dgm:pt>
    <dgm:pt modelId="{075AB0B6-1257-493F-948A-AE1287138329}" type="sibTrans" cxnId="{BF43651A-FD27-48D2-A8C5-C7B44298BD23}">
      <dgm:prSet/>
      <dgm:spPr/>
      <dgm:t>
        <a:bodyPr/>
        <a:lstStyle/>
        <a:p>
          <a:endParaRPr lang="en-US"/>
        </a:p>
      </dgm:t>
    </dgm:pt>
    <dgm:pt modelId="{666B1E3A-5229-451C-ABD8-3B6193937071}">
      <dgm:prSet/>
      <dgm:spPr/>
      <dgm:t>
        <a:bodyPr/>
        <a:lstStyle/>
        <a:p>
          <a:r>
            <a:rPr lang="en-US"/>
            <a:t>Require</a:t>
          </a:r>
        </a:p>
      </dgm:t>
    </dgm:pt>
    <dgm:pt modelId="{161A8494-6F70-4ED3-B555-B41D163C2E7A}" type="parTrans" cxnId="{7CC6F9FD-FBC4-42C9-B972-33C95A827C18}">
      <dgm:prSet/>
      <dgm:spPr/>
      <dgm:t>
        <a:bodyPr/>
        <a:lstStyle/>
        <a:p>
          <a:endParaRPr lang="en-US"/>
        </a:p>
      </dgm:t>
    </dgm:pt>
    <dgm:pt modelId="{FB41F0EC-0778-435A-A9A1-310FA9B62F02}" type="sibTrans" cxnId="{7CC6F9FD-FBC4-42C9-B972-33C95A827C18}">
      <dgm:prSet/>
      <dgm:spPr/>
      <dgm:t>
        <a:bodyPr/>
        <a:lstStyle/>
        <a:p>
          <a:endParaRPr lang="en-US"/>
        </a:p>
      </dgm:t>
    </dgm:pt>
    <dgm:pt modelId="{89EA0D65-E968-430D-969F-002CB4512759}">
      <dgm:prSet/>
      <dgm:spPr/>
      <dgm:t>
        <a:bodyPr/>
        <a:lstStyle/>
        <a:p>
          <a:r>
            <a:rPr lang="en-US"/>
            <a:t>Require Multi-Factor Authentication (MFA).</a:t>
          </a:r>
        </a:p>
      </dgm:t>
    </dgm:pt>
    <dgm:pt modelId="{2D8D4995-A879-49FC-87D2-10A5770AA500}" type="parTrans" cxnId="{82C9D05D-37E2-44F7-8413-862D0780D592}">
      <dgm:prSet/>
      <dgm:spPr/>
      <dgm:t>
        <a:bodyPr/>
        <a:lstStyle/>
        <a:p>
          <a:endParaRPr lang="en-US"/>
        </a:p>
      </dgm:t>
    </dgm:pt>
    <dgm:pt modelId="{68A55934-470A-4DEA-8564-B52CE553F47B}" type="sibTrans" cxnId="{82C9D05D-37E2-44F7-8413-862D0780D592}">
      <dgm:prSet/>
      <dgm:spPr/>
      <dgm:t>
        <a:bodyPr/>
        <a:lstStyle/>
        <a:p>
          <a:endParaRPr lang="en-US"/>
        </a:p>
      </dgm:t>
    </dgm:pt>
    <dgm:pt modelId="{471FD117-7343-4005-B7BB-AA5F2F4A306B}">
      <dgm:prSet/>
      <dgm:spPr/>
      <dgm:t>
        <a:bodyPr/>
        <a:lstStyle/>
        <a:p>
          <a:r>
            <a:rPr lang="en-US"/>
            <a:t>Conduct</a:t>
          </a:r>
        </a:p>
      </dgm:t>
    </dgm:pt>
    <dgm:pt modelId="{8732BB9E-0F9C-444D-90BB-930CBFF57740}" type="parTrans" cxnId="{03F49184-7985-4C67-93C8-04B4D9AACC29}">
      <dgm:prSet/>
      <dgm:spPr/>
      <dgm:t>
        <a:bodyPr/>
        <a:lstStyle/>
        <a:p>
          <a:endParaRPr lang="en-US"/>
        </a:p>
      </dgm:t>
    </dgm:pt>
    <dgm:pt modelId="{0C20B716-C276-4C2A-9716-CFDC1175D92D}" type="sibTrans" cxnId="{03F49184-7985-4C67-93C8-04B4D9AACC29}">
      <dgm:prSet/>
      <dgm:spPr/>
      <dgm:t>
        <a:bodyPr/>
        <a:lstStyle/>
        <a:p>
          <a:endParaRPr lang="en-US"/>
        </a:p>
      </dgm:t>
    </dgm:pt>
    <dgm:pt modelId="{B25082CC-B744-4220-80C8-F725DA7AFDD8}">
      <dgm:prSet/>
      <dgm:spPr/>
      <dgm:t>
        <a:bodyPr/>
        <a:lstStyle/>
        <a:p>
          <a:r>
            <a:rPr lang="en-US"/>
            <a:t>Conduct periodic access reviews.</a:t>
          </a:r>
        </a:p>
      </dgm:t>
    </dgm:pt>
    <dgm:pt modelId="{BC0C50A7-0BC7-4FC3-B968-78205CBE34BB}" type="parTrans" cxnId="{67830883-4FD7-4E0C-81EC-B9C9607320F4}">
      <dgm:prSet/>
      <dgm:spPr/>
      <dgm:t>
        <a:bodyPr/>
        <a:lstStyle/>
        <a:p>
          <a:endParaRPr lang="en-US"/>
        </a:p>
      </dgm:t>
    </dgm:pt>
    <dgm:pt modelId="{F5830F18-C7A7-4C91-BB85-B55B5F865FDA}" type="sibTrans" cxnId="{67830883-4FD7-4E0C-81EC-B9C9607320F4}">
      <dgm:prSet/>
      <dgm:spPr/>
      <dgm:t>
        <a:bodyPr/>
        <a:lstStyle/>
        <a:p>
          <a:endParaRPr lang="en-US"/>
        </a:p>
      </dgm:t>
    </dgm:pt>
    <dgm:pt modelId="{7A7C138A-D490-4E24-A7FD-E3711DF2AB5D}">
      <dgm:prSet/>
      <dgm:spPr/>
      <dgm:t>
        <a:bodyPr/>
        <a:lstStyle/>
        <a:p>
          <a:r>
            <a:rPr lang="en-US"/>
            <a:t>Remove</a:t>
          </a:r>
        </a:p>
      </dgm:t>
    </dgm:pt>
    <dgm:pt modelId="{77008DF6-58F2-494C-8404-A4DDF833CBD7}" type="parTrans" cxnId="{BD498F47-9865-4B44-A862-9915BB4D9AB8}">
      <dgm:prSet/>
      <dgm:spPr/>
      <dgm:t>
        <a:bodyPr/>
        <a:lstStyle/>
        <a:p>
          <a:endParaRPr lang="en-US"/>
        </a:p>
      </dgm:t>
    </dgm:pt>
    <dgm:pt modelId="{62A5B128-19D0-4052-82A2-3BD35E6EFA48}" type="sibTrans" cxnId="{BD498F47-9865-4B44-A862-9915BB4D9AB8}">
      <dgm:prSet/>
      <dgm:spPr/>
      <dgm:t>
        <a:bodyPr/>
        <a:lstStyle/>
        <a:p>
          <a:endParaRPr lang="en-US"/>
        </a:p>
      </dgm:t>
    </dgm:pt>
    <dgm:pt modelId="{D25DE755-0546-4991-9A0F-6AC6E931239C}">
      <dgm:prSet/>
      <dgm:spPr/>
      <dgm:t>
        <a:bodyPr/>
        <a:lstStyle/>
        <a:p>
          <a:r>
            <a:rPr lang="en-US"/>
            <a:t>Remove inactive or stale accounts.</a:t>
          </a:r>
        </a:p>
      </dgm:t>
    </dgm:pt>
    <dgm:pt modelId="{8D012831-D876-4A42-B04B-7F8AD9E2E554}" type="parTrans" cxnId="{CECDC321-0557-492A-8EDC-2C71506E59A6}">
      <dgm:prSet/>
      <dgm:spPr/>
      <dgm:t>
        <a:bodyPr/>
        <a:lstStyle/>
        <a:p>
          <a:endParaRPr lang="en-US"/>
        </a:p>
      </dgm:t>
    </dgm:pt>
    <dgm:pt modelId="{2FB134C4-7111-4382-9E63-B3332DFBD70B}" type="sibTrans" cxnId="{CECDC321-0557-492A-8EDC-2C71506E59A6}">
      <dgm:prSet/>
      <dgm:spPr/>
      <dgm:t>
        <a:bodyPr/>
        <a:lstStyle/>
        <a:p>
          <a:endParaRPr lang="en-US"/>
        </a:p>
      </dgm:t>
    </dgm:pt>
    <dgm:pt modelId="{829FCE96-467D-4546-A215-4B25B7CB6765}" type="pres">
      <dgm:prSet presAssocID="{E9A6AA84-B4CA-4F52-9A4C-BDDE2F173F02}" presName="Name0" presStyleCnt="0">
        <dgm:presLayoutVars>
          <dgm:dir/>
          <dgm:animLvl val="lvl"/>
          <dgm:resizeHandles val="exact"/>
        </dgm:presLayoutVars>
      </dgm:prSet>
      <dgm:spPr/>
    </dgm:pt>
    <dgm:pt modelId="{BB28A886-C80A-4DA6-80E3-4B190EEF010B}" type="pres">
      <dgm:prSet presAssocID="{30D2F305-741C-4745-A9A6-D5926C737A81}" presName="linNode" presStyleCnt="0"/>
      <dgm:spPr/>
    </dgm:pt>
    <dgm:pt modelId="{55463328-8859-4E4E-828F-ADE93BF04341}" type="pres">
      <dgm:prSet presAssocID="{30D2F305-741C-4745-A9A6-D5926C737A81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2C05A429-F955-4AEF-B60E-C120D0BA5A37}" type="pres">
      <dgm:prSet presAssocID="{30D2F305-741C-4745-A9A6-D5926C737A81}" presName="descendantText" presStyleLbl="alignAccFollowNode1" presStyleIdx="0" presStyleCnt="4">
        <dgm:presLayoutVars>
          <dgm:bulletEnabled/>
        </dgm:presLayoutVars>
      </dgm:prSet>
      <dgm:spPr/>
    </dgm:pt>
    <dgm:pt modelId="{B4C2775F-8582-465E-82FD-89D0ADA64B69}" type="pres">
      <dgm:prSet presAssocID="{E7812AB1-FF00-4DB7-9EB0-E05F70A82A0E}" presName="sp" presStyleCnt="0"/>
      <dgm:spPr/>
    </dgm:pt>
    <dgm:pt modelId="{B7F40C0D-E4DC-4124-9C39-5359854D0AC1}" type="pres">
      <dgm:prSet presAssocID="{666B1E3A-5229-451C-ABD8-3B6193937071}" presName="linNode" presStyleCnt="0"/>
      <dgm:spPr/>
    </dgm:pt>
    <dgm:pt modelId="{E709E8B9-84FA-4E13-97E6-A058967509C5}" type="pres">
      <dgm:prSet presAssocID="{666B1E3A-5229-451C-ABD8-3B6193937071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3DD7679F-BF2B-44B7-9253-4D9CE59C1DBD}" type="pres">
      <dgm:prSet presAssocID="{666B1E3A-5229-451C-ABD8-3B6193937071}" presName="descendantText" presStyleLbl="alignAccFollowNode1" presStyleIdx="1" presStyleCnt="4">
        <dgm:presLayoutVars>
          <dgm:bulletEnabled/>
        </dgm:presLayoutVars>
      </dgm:prSet>
      <dgm:spPr/>
    </dgm:pt>
    <dgm:pt modelId="{1FCD1562-39DE-4522-ABA3-81E2FA90AE57}" type="pres">
      <dgm:prSet presAssocID="{FB41F0EC-0778-435A-A9A1-310FA9B62F02}" presName="sp" presStyleCnt="0"/>
      <dgm:spPr/>
    </dgm:pt>
    <dgm:pt modelId="{17957F8C-CDD0-4883-B963-5499EE792BB0}" type="pres">
      <dgm:prSet presAssocID="{471FD117-7343-4005-B7BB-AA5F2F4A306B}" presName="linNode" presStyleCnt="0"/>
      <dgm:spPr/>
    </dgm:pt>
    <dgm:pt modelId="{C04DE71A-11A7-45DF-A38E-AD76BD9CC504}" type="pres">
      <dgm:prSet presAssocID="{471FD117-7343-4005-B7BB-AA5F2F4A306B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809EE2C5-F58C-44B2-81A0-9F2D6F444910}" type="pres">
      <dgm:prSet presAssocID="{471FD117-7343-4005-B7BB-AA5F2F4A306B}" presName="descendantText" presStyleLbl="alignAccFollowNode1" presStyleIdx="2" presStyleCnt="4">
        <dgm:presLayoutVars>
          <dgm:bulletEnabled/>
        </dgm:presLayoutVars>
      </dgm:prSet>
      <dgm:spPr/>
    </dgm:pt>
    <dgm:pt modelId="{83B61AC2-3829-40EF-967B-7AD0A73ED684}" type="pres">
      <dgm:prSet presAssocID="{0C20B716-C276-4C2A-9716-CFDC1175D92D}" presName="sp" presStyleCnt="0"/>
      <dgm:spPr/>
    </dgm:pt>
    <dgm:pt modelId="{0F1FB723-CD25-4F0E-80AC-39CE002C8E17}" type="pres">
      <dgm:prSet presAssocID="{7A7C138A-D490-4E24-A7FD-E3711DF2AB5D}" presName="linNode" presStyleCnt="0"/>
      <dgm:spPr/>
    </dgm:pt>
    <dgm:pt modelId="{CEE6BBA7-F364-4866-AA1B-FA6D42D925C1}" type="pres">
      <dgm:prSet presAssocID="{7A7C138A-D490-4E24-A7FD-E3711DF2AB5D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F2A64774-0C69-4A27-A03B-8281FB1DDAAB}" type="pres">
      <dgm:prSet presAssocID="{7A7C138A-D490-4E24-A7FD-E3711DF2AB5D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11F67408-FF43-47DB-8570-DE29452F60DB}" srcId="{E9A6AA84-B4CA-4F52-9A4C-BDDE2F173F02}" destId="{30D2F305-741C-4745-A9A6-D5926C737A81}" srcOrd="0" destOrd="0" parTransId="{19E637CD-DB22-46FD-8710-852FE4F9A668}" sibTransId="{E7812AB1-FF00-4DB7-9EB0-E05F70A82A0E}"/>
    <dgm:cxn modelId="{E79EE808-E96E-42BB-BA8C-E5F29DA5F3CA}" type="presOf" srcId="{30D2F305-741C-4745-A9A6-D5926C737A81}" destId="{55463328-8859-4E4E-828F-ADE93BF04341}" srcOrd="0" destOrd="0" presId="urn:microsoft.com/office/officeart/2016/7/layout/VerticalSolidActionList"/>
    <dgm:cxn modelId="{BF43651A-FD27-48D2-A8C5-C7B44298BD23}" srcId="{30D2F305-741C-4745-A9A6-D5926C737A81}" destId="{CE038A7E-F133-45DD-96D8-71E51A3F5A94}" srcOrd="0" destOrd="0" parTransId="{798DAB2B-C766-43A6-85A7-D72C006A1133}" sibTransId="{075AB0B6-1257-493F-948A-AE1287138329}"/>
    <dgm:cxn modelId="{A61F751D-1F12-4FE6-B529-E7A594E8BCC3}" type="presOf" srcId="{7A7C138A-D490-4E24-A7FD-E3711DF2AB5D}" destId="{CEE6BBA7-F364-4866-AA1B-FA6D42D925C1}" srcOrd="0" destOrd="0" presId="urn:microsoft.com/office/officeart/2016/7/layout/VerticalSolidActionList"/>
    <dgm:cxn modelId="{CECDC321-0557-492A-8EDC-2C71506E59A6}" srcId="{7A7C138A-D490-4E24-A7FD-E3711DF2AB5D}" destId="{D25DE755-0546-4991-9A0F-6AC6E931239C}" srcOrd="0" destOrd="0" parTransId="{8D012831-D876-4A42-B04B-7F8AD9E2E554}" sibTransId="{2FB134C4-7111-4382-9E63-B3332DFBD70B}"/>
    <dgm:cxn modelId="{0B1A1B2E-7531-4F3F-BC72-7DEB5FB9FD92}" type="presOf" srcId="{CE038A7E-F133-45DD-96D8-71E51A3F5A94}" destId="{2C05A429-F955-4AEF-B60E-C120D0BA5A37}" srcOrd="0" destOrd="0" presId="urn:microsoft.com/office/officeart/2016/7/layout/VerticalSolidActionList"/>
    <dgm:cxn modelId="{82C9D05D-37E2-44F7-8413-862D0780D592}" srcId="{666B1E3A-5229-451C-ABD8-3B6193937071}" destId="{89EA0D65-E968-430D-969F-002CB4512759}" srcOrd="0" destOrd="0" parTransId="{2D8D4995-A879-49FC-87D2-10A5770AA500}" sibTransId="{68A55934-470A-4DEA-8564-B52CE553F47B}"/>
    <dgm:cxn modelId="{7742245F-95EC-4BFB-8B09-544EF28E78A0}" type="presOf" srcId="{E9A6AA84-B4CA-4F52-9A4C-BDDE2F173F02}" destId="{829FCE96-467D-4546-A215-4B25B7CB6765}" srcOrd="0" destOrd="0" presId="urn:microsoft.com/office/officeart/2016/7/layout/VerticalSolidActionList"/>
    <dgm:cxn modelId="{15D28541-1B62-4AB9-B88D-28243343B210}" type="presOf" srcId="{D25DE755-0546-4991-9A0F-6AC6E931239C}" destId="{F2A64774-0C69-4A27-A03B-8281FB1DDAAB}" srcOrd="0" destOrd="0" presId="urn:microsoft.com/office/officeart/2016/7/layout/VerticalSolidActionList"/>
    <dgm:cxn modelId="{BD498F47-9865-4B44-A862-9915BB4D9AB8}" srcId="{E9A6AA84-B4CA-4F52-9A4C-BDDE2F173F02}" destId="{7A7C138A-D490-4E24-A7FD-E3711DF2AB5D}" srcOrd="3" destOrd="0" parTransId="{77008DF6-58F2-494C-8404-A4DDF833CBD7}" sibTransId="{62A5B128-19D0-4052-82A2-3BD35E6EFA48}"/>
    <dgm:cxn modelId="{6C0E7470-0EE3-4895-9558-BFC2870CD43C}" type="presOf" srcId="{89EA0D65-E968-430D-969F-002CB4512759}" destId="{3DD7679F-BF2B-44B7-9253-4D9CE59C1DBD}" srcOrd="0" destOrd="0" presId="urn:microsoft.com/office/officeart/2016/7/layout/VerticalSolidActionList"/>
    <dgm:cxn modelId="{67830883-4FD7-4E0C-81EC-B9C9607320F4}" srcId="{471FD117-7343-4005-B7BB-AA5F2F4A306B}" destId="{B25082CC-B744-4220-80C8-F725DA7AFDD8}" srcOrd="0" destOrd="0" parTransId="{BC0C50A7-0BC7-4FC3-B968-78205CBE34BB}" sibTransId="{F5830F18-C7A7-4C91-BB85-B55B5F865FDA}"/>
    <dgm:cxn modelId="{03F49184-7985-4C67-93C8-04B4D9AACC29}" srcId="{E9A6AA84-B4CA-4F52-9A4C-BDDE2F173F02}" destId="{471FD117-7343-4005-B7BB-AA5F2F4A306B}" srcOrd="2" destOrd="0" parTransId="{8732BB9E-0F9C-444D-90BB-930CBFF57740}" sibTransId="{0C20B716-C276-4C2A-9716-CFDC1175D92D}"/>
    <dgm:cxn modelId="{7AA34EE8-2E61-44C3-BBC8-7D7EEB7768B9}" type="presOf" srcId="{471FD117-7343-4005-B7BB-AA5F2F4A306B}" destId="{C04DE71A-11A7-45DF-A38E-AD76BD9CC504}" srcOrd="0" destOrd="0" presId="urn:microsoft.com/office/officeart/2016/7/layout/VerticalSolidActionList"/>
    <dgm:cxn modelId="{89DA5EEF-1994-493D-B5F0-17C174F96342}" type="presOf" srcId="{B25082CC-B744-4220-80C8-F725DA7AFDD8}" destId="{809EE2C5-F58C-44B2-81A0-9F2D6F444910}" srcOrd="0" destOrd="0" presId="urn:microsoft.com/office/officeart/2016/7/layout/VerticalSolidActionList"/>
    <dgm:cxn modelId="{05AD28F8-D530-40FE-9C00-79CD25884B15}" type="presOf" srcId="{666B1E3A-5229-451C-ABD8-3B6193937071}" destId="{E709E8B9-84FA-4E13-97E6-A058967509C5}" srcOrd="0" destOrd="0" presId="urn:microsoft.com/office/officeart/2016/7/layout/VerticalSolidActionList"/>
    <dgm:cxn modelId="{7CC6F9FD-FBC4-42C9-B972-33C95A827C18}" srcId="{E9A6AA84-B4CA-4F52-9A4C-BDDE2F173F02}" destId="{666B1E3A-5229-451C-ABD8-3B6193937071}" srcOrd="1" destOrd="0" parTransId="{161A8494-6F70-4ED3-B555-B41D163C2E7A}" sibTransId="{FB41F0EC-0778-435A-A9A1-310FA9B62F02}"/>
    <dgm:cxn modelId="{6D538B21-513B-4F75-8760-2E5142511EA5}" type="presParOf" srcId="{829FCE96-467D-4546-A215-4B25B7CB6765}" destId="{BB28A886-C80A-4DA6-80E3-4B190EEF010B}" srcOrd="0" destOrd="0" presId="urn:microsoft.com/office/officeart/2016/7/layout/VerticalSolidActionList"/>
    <dgm:cxn modelId="{A570A8BA-4799-40F7-81E6-F8503528A8EA}" type="presParOf" srcId="{BB28A886-C80A-4DA6-80E3-4B190EEF010B}" destId="{55463328-8859-4E4E-828F-ADE93BF04341}" srcOrd="0" destOrd="0" presId="urn:microsoft.com/office/officeart/2016/7/layout/VerticalSolidActionList"/>
    <dgm:cxn modelId="{462E014B-4C7C-40DF-8D9E-47DE734C4DB5}" type="presParOf" srcId="{BB28A886-C80A-4DA6-80E3-4B190EEF010B}" destId="{2C05A429-F955-4AEF-B60E-C120D0BA5A37}" srcOrd="1" destOrd="0" presId="urn:microsoft.com/office/officeart/2016/7/layout/VerticalSolidActionList"/>
    <dgm:cxn modelId="{34388D4E-55F5-4C9D-A7F3-18208A6BB94B}" type="presParOf" srcId="{829FCE96-467D-4546-A215-4B25B7CB6765}" destId="{B4C2775F-8582-465E-82FD-89D0ADA64B69}" srcOrd="1" destOrd="0" presId="urn:microsoft.com/office/officeart/2016/7/layout/VerticalSolidActionList"/>
    <dgm:cxn modelId="{569D0092-44E4-4061-9825-2FC38F025F3F}" type="presParOf" srcId="{829FCE96-467D-4546-A215-4B25B7CB6765}" destId="{B7F40C0D-E4DC-4124-9C39-5359854D0AC1}" srcOrd="2" destOrd="0" presId="urn:microsoft.com/office/officeart/2016/7/layout/VerticalSolidActionList"/>
    <dgm:cxn modelId="{83825FE6-5EB0-427E-851B-67CE26A468A3}" type="presParOf" srcId="{B7F40C0D-E4DC-4124-9C39-5359854D0AC1}" destId="{E709E8B9-84FA-4E13-97E6-A058967509C5}" srcOrd="0" destOrd="0" presId="urn:microsoft.com/office/officeart/2016/7/layout/VerticalSolidActionList"/>
    <dgm:cxn modelId="{8258F5CE-9CCA-46B9-9C83-71919CEF9A1A}" type="presParOf" srcId="{B7F40C0D-E4DC-4124-9C39-5359854D0AC1}" destId="{3DD7679F-BF2B-44B7-9253-4D9CE59C1DBD}" srcOrd="1" destOrd="0" presId="urn:microsoft.com/office/officeart/2016/7/layout/VerticalSolidActionList"/>
    <dgm:cxn modelId="{3F852F6C-4103-4C81-90A2-BFB899EEE7F6}" type="presParOf" srcId="{829FCE96-467D-4546-A215-4B25B7CB6765}" destId="{1FCD1562-39DE-4522-ABA3-81E2FA90AE57}" srcOrd="3" destOrd="0" presId="urn:microsoft.com/office/officeart/2016/7/layout/VerticalSolidActionList"/>
    <dgm:cxn modelId="{1D64D410-D14F-4B34-A44F-23523A949C01}" type="presParOf" srcId="{829FCE96-467D-4546-A215-4B25B7CB6765}" destId="{17957F8C-CDD0-4883-B963-5499EE792BB0}" srcOrd="4" destOrd="0" presId="urn:microsoft.com/office/officeart/2016/7/layout/VerticalSolidActionList"/>
    <dgm:cxn modelId="{77DC6E71-3D46-4706-95E4-50919582E021}" type="presParOf" srcId="{17957F8C-CDD0-4883-B963-5499EE792BB0}" destId="{C04DE71A-11A7-45DF-A38E-AD76BD9CC504}" srcOrd="0" destOrd="0" presId="urn:microsoft.com/office/officeart/2016/7/layout/VerticalSolidActionList"/>
    <dgm:cxn modelId="{40F358E3-EAA8-486B-A844-7EC4CE5A1447}" type="presParOf" srcId="{17957F8C-CDD0-4883-B963-5499EE792BB0}" destId="{809EE2C5-F58C-44B2-81A0-9F2D6F444910}" srcOrd="1" destOrd="0" presId="urn:microsoft.com/office/officeart/2016/7/layout/VerticalSolidActionList"/>
    <dgm:cxn modelId="{22CCAFBE-47EE-4561-80C1-6AAD7BE8522C}" type="presParOf" srcId="{829FCE96-467D-4546-A215-4B25B7CB6765}" destId="{83B61AC2-3829-40EF-967B-7AD0A73ED684}" srcOrd="5" destOrd="0" presId="urn:microsoft.com/office/officeart/2016/7/layout/VerticalSolidActionList"/>
    <dgm:cxn modelId="{CCB18EBD-B6EF-4ACD-AEDE-51EA792AE7E6}" type="presParOf" srcId="{829FCE96-467D-4546-A215-4B25B7CB6765}" destId="{0F1FB723-CD25-4F0E-80AC-39CE002C8E17}" srcOrd="6" destOrd="0" presId="urn:microsoft.com/office/officeart/2016/7/layout/VerticalSolidActionList"/>
    <dgm:cxn modelId="{92E3F7B5-E3DB-4F4D-A3E6-936E81584121}" type="presParOf" srcId="{0F1FB723-CD25-4F0E-80AC-39CE002C8E17}" destId="{CEE6BBA7-F364-4866-AA1B-FA6D42D925C1}" srcOrd="0" destOrd="0" presId="urn:microsoft.com/office/officeart/2016/7/layout/VerticalSolidActionList"/>
    <dgm:cxn modelId="{B471F32A-12BC-4697-90AF-C34F8E3A3424}" type="presParOf" srcId="{0F1FB723-CD25-4F0E-80AC-39CE002C8E17}" destId="{F2A64774-0C69-4A27-A03B-8281FB1DDAA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626E71-2BF9-49D3-BD18-5CAAAD0D09A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DB9A42E-2D80-476E-9330-9A5759BA144A}">
      <dgm:prSet/>
      <dgm:spPr/>
      <dgm:t>
        <a:bodyPr/>
        <a:lstStyle/>
        <a:p>
          <a:pPr>
            <a:defRPr cap="all"/>
          </a:pPr>
          <a:r>
            <a:rPr lang="en-US"/>
            <a:t>Protect main branches with merge restrictions.</a:t>
          </a:r>
        </a:p>
      </dgm:t>
    </dgm:pt>
    <dgm:pt modelId="{0D7AD8E8-4630-4CA1-9E4D-3776A54710D1}" type="parTrans" cxnId="{7FB692CB-4D48-4A9C-ABBF-36228943EDBA}">
      <dgm:prSet/>
      <dgm:spPr/>
      <dgm:t>
        <a:bodyPr/>
        <a:lstStyle/>
        <a:p>
          <a:endParaRPr lang="en-US"/>
        </a:p>
      </dgm:t>
    </dgm:pt>
    <dgm:pt modelId="{C165E030-EE8B-4234-BEDF-E7C41FAEB648}" type="sibTrans" cxnId="{7FB692CB-4D48-4A9C-ABBF-36228943EDBA}">
      <dgm:prSet/>
      <dgm:spPr/>
      <dgm:t>
        <a:bodyPr/>
        <a:lstStyle/>
        <a:p>
          <a:endParaRPr lang="en-US"/>
        </a:p>
      </dgm:t>
    </dgm:pt>
    <dgm:pt modelId="{0C79F4BE-BAE8-4990-A78B-F9DA600632BF}">
      <dgm:prSet/>
      <dgm:spPr/>
      <dgm:t>
        <a:bodyPr/>
        <a:lstStyle/>
        <a:p>
          <a:pPr>
            <a:defRPr cap="all"/>
          </a:pPr>
          <a:r>
            <a:rPr lang="en-US"/>
            <a:t>Require pull request approvals.</a:t>
          </a:r>
        </a:p>
      </dgm:t>
    </dgm:pt>
    <dgm:pt modelId="{06979145-0156-4A5E-AA5A-F8BD45C43009}" type="parTrans" cxnId="{FA0F87CF-5924-4A63-8445-89860A00A57F}">
      <dgm:prSet/>
      <dgm:spPr/>
      <dgm:t>
        <a:bodyPr/>
        <a:lstStyle/>
        <a:p>
          <a:endParaRPr lang="en-US"/>
        </a:p>
      </dgm:t>
    </dgm:pt>
    <dgm:pt modelId="{20236C5C-3C67-4514-BD70-C925E3F60444}" type="sibTrans" cxnId="{FA0F87CF-5924-4A63-8445-89860A00A57F}">
      <dgm:prSet/>
      <dgm:spPr/>
      <dgm:t>
        <a:bodyPr/>
        <a:lstStyle/>
        <a:p>
          <a:endParaRPr lang="en-US"/>
        </a:p>
      </dgm:t>
    </dgm:pt>
    <dgm:pt modelId="{C8AAC713-548D-4097-8A13-93EDFC540473}">
      <dgm:prSet/>
      <dgm:spPr/>
      <dgm:t>
        <a:bodyPr/>
        <a:lstStyle/>
        <a:p>
          <a:pPr>
            <a:defRPr cap="all"/>
          </a:pPr>
          <a:r>
            <a:rPr lang="en-US"/>
            <a:t>Disable force pushes on protected branches.</a:t>
          </a:r>
        </a:p>
      </dgm:t>
    </dgm:pt>
    <dgm:pt modelId="{6E0F988C-0519-4A90-B762-0987F9CD5521}" type="parTrans" cxnId="{42B25130-F49A-4038-8BD2-1D1F7372B967}">
      <dgm:prSet/>
      <dgm:spPr/>
      <dgm:t>
        <a:bodyPr/>
        <a:lstStyle/>
        <a:p>
          <a:endParaRPr lang="en-US"/>
        </a:p>
      </dgm:t>
    </dgm:pt>
    <dgm:pt modelId="{F2215221-7142-4161-8E2F-65A4CB6A0421}" type="sibTrans" cxnId="{42B25130-F49A-4038-8BD2-1D1F7372B967}">
      <dgm:prSet/>
      <dgm:spPr/>
      <dgm:t>
        <a:bodyPr/>
        <a:lstStyle/>
        <a:p>
          <a:endParaRPr lang="en-US"/>
        </a:p>
      </dgm:t>
    </dgm:pt>
    <dgm:pt modelId="{DF847068-13D4-460B-91C7-416160596157}">
      <dgm:prSet/>
      <dgm:spPr/>
      <dgm:t>
        <a:bodyPr/>
        <a:lstStyle/>
        <a:p>
          <a:pPr>
            <a:defRPr cap="all"/>
          </a:pPr>
          <a:r>
            <a:rPr lang="en-US"/>
            <a:t>Use CODEOWNERS for sensitive areas.</a:t>
          </a:r>
        </a:p>
      </dgm:t>
    </dgm:pt>
    <dgm:pt modelId="{054D08CA-7FB7-4CE7-A6EC-1B6C0D42F978}" type="parTrans" cxnId="{06C91826-E57A-4ADE-930A-23F5921AE1D7}">
      <dgm:prSet/>
      <dgm:spPr/>
      <dgm:t>
        <a:bodyPr/>
        <a:lstStyle/>
        <a:p>
          <a:endParaRPr lang="en-US"/>
        </a:p>
      </dgm:t>
    </dgm:pt>
    <dgm:pt modelId="{F88F6D98-CC2C-4C96-A7CE-D7C491CB1D37}" type="sibTrans" cxnId="{06C91826-E57A-4ADE-930A-23F5921AE1D7}">
      <dgm:prSet/>
      <dgm:spPr/>
      <dgm:t>
        <a:bodyPr/>
        <a:lstStyle/>
        <a:p>
          <a:endParaRPr lang="en-US"/>
        </a:p>
      </dgm:t>
    </dgm:pt>
    <dgm:pt modelId="{AA679FD1-6CD0-479E-9CCB-D6E63D39AD54}" type="pres">
      <dgm:prSet presAssocID="{E0626E71-2BF9-49D3-BD18-5CAAAD0D09A3}" presName="root" presStyleCnt="0">
        <dgm:presLayoutVars>
          <dgm:dir/>
          <dgm:resizeHandles val="exact"/>
        </dgm:presLayoutVars>
      </dgm:prSet>
      <dgm:spPr/>
    </dgm:pt>
    <dgm:pt modelId="{E654BB02-E972-4B28-990B-1C07356DF876}" type="pres">
      <dgm:prSet presAssocID="{CDB9A42E-2D80-476E-9330-9A5759BA144A}" presName="compNode" presStyleCnt="0"/>
      <dgm:spPr/>
    </dgm:pt>
    <dgm:pt modelId="{C1BA0B88-9027-4BF3-B048-428C20D040AF}" type="pres">
      <dgm:prSet presAssocID="{CDB9A42E-2D80-476E-9330-9A5759BA144A}" presName="iconBgRect" presStyleLbl="bgShp" presStyleIdx="0" presStyleCnt="4"/>
      <dgm:spPr/>
    </dgm:pt>
    <dgm:pt modelId="{57BA7ABA-C2A9-426A-87B2-5606ADB170EB}" type="pres">
      <dgm:prSet presAssocID="{CDB9A42E-2D80-476E-9330-9A5759BA144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47C7D318-2818-4B00-AFE4-AA1648CD89DF}" type="pres">
      <dgm:prSet presAssocID="{CDB9A42E-2D80-476E-9330-9A5759BA144A}" presName="spaceRect" presStyleCnt="0"/>
      <dgm:spPr/>
    </dgm:pt>
    <dgm:pt modelId="{57E460B2-F146-4CC4-8620-8782DCB440EA}" type="pres">
      <dgm:prSet presAssocID="{CDB9A42E-2D80-476E-9330-9A5759BA144A}" presName="textRect" presStyleLbl="revTx" presStyleIdx="0" presStyleCnt="4">
        <dgm:presLayoutVars>
          <dgm:chMax val="1"/>
          <dgm:chPref val="1"/>
        </dgm:presLayoutVars>
      </dgm:prSet>
      <dgm:spPr/>
    </dgm:pt>
    <dgm:pt modelId="{3B77ADED-16F5-4589-83B8-DF863B05DC5B}" type="pres">
      <dgm:prSet presAssocID="{C165E030-EE8B-4234-BEDF-E7C41FAEB648}" presName="sibTrans" presStyleCnt="0"/>
      <dgm:spPr/>
    </dgm:pt>
    <dgm:pt modelId="{7A06CE51-55FB-4A72-BC6B-771B44DCB461}" type="pres">
      <dgm:prSet presAssocID="{0C79F4BE-BAE8-4990-A78B-F9DA600632BF}" presName="compNode" presStyleCnt="0"/>
      <dgm:spPr/>
    </dgm:pt>
    <dgm:pt modelId="{7C7EB1CF-6A4B-49F3-8258-8F2F99279825}" type="pres">
      <dgm:prSet presAssocID="{0C79F4BE-BAE8-4990-A78B-F9DA600632BF}" presName="iconBgRect" presStyleLbl="bgShp" presStyleIdx="1" presStyleCnt="4"/>
      <dgm:spPr/>
    </dgm:pt>
    <dgm:pt modelId="{3B60BB7C-B339-494F-B24E-4B7B3E450494}" type="pres">
      <dgm:prSet presAssocID="{0C79F4BE-BAE8-4990-A78B-F9DA600632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CC8295F-EA0C-4EFD-AA47-CA1D7B715DBF}" type="pres">
      <dgm:prSet presAssocID="{0C79F4BE-BAE8-4990-A78B-F9DA600632BF}" presName="spaceRect" presStyleCnt="0"/>
      <dgm:spPr/>
    </dgm:pt>
    <dgm:pt modelId="{5BEB8B22-CE55-436D-A93B-ED13FAF344AA}" type="pres">
      <dgm:prSet presAssocID="{0C79F4BE-BAE8-4990-A78B-F9DA600632BF}" presName="textRect" presStyleLbl="revTx" presStyleIdx="1" presStyleCnt="4">
        <dgm:presLayoutVars>
          <dgm:chMax val="1"/>
          <dgm:chPref val="1"/>
        </dgm:presLayoutVars>
      </dgm:prSet>
      <dgm:spPr/>
    </dgm:pt>
    <dgm:pt modelId="{DF8B1E53-238E-4B59-BABC-4F3CE9EA24DE}" type="pres">
      <dgm:prSet presAssocID="{20236C5C-3C67-4514-BD70-C925E3F60444}" presName="sibTrans" presStyleCnt="0"/>
      <dgm:spPr/>
    </dgm:pt>
    <dgm:pt modelId="{FF293F29-0FC6-4497-B0DF-72738CC827D5}" type="pres">
      <dgm:prSet presAssocID="{C8AAC713-548D-4097-8A13-93EDFC540473}" presName="compNode" presStyleCnt="0"/>
      <dgm:spPr/>
    </dgm:pt>
    <dgm:pt modelId="{8C457E74-437D-49F5-8191-732EC3C9E667}" type="pres">
      <dgm:prSet presAssocID="{C8AAC713-548D-4097-8A13-93EDFC540473}" presName="iconBgRect" presStyleLbl="bgShp" presStyleIdx="2" presStyleCnt="4"/>
      <dgm:spPr/>
    </dgm:pt>
    <dgm:pt modelId="{04E59E0E-C836-4DED-8ADC-C92123C0B297}" type="pres">
      <dgm:prSet presAssocID="{C8AAC713-548D-4097-8A13-93EDFC54047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1298FED-FDF4-4656-BD57-2BB5F155C6AE}" type="pres">
      <dgm:prSet presAssocID="{C8AAC713-548D-4097-8A13-93EDFC540473}" presName="spaceRect" presStyleCnt="0"/>
      <dgm:spPr/>
    </dgm:pt>
    <dgm:pt modelId="{AF559BA4-C5C4-484B-8952-257BCB4E8AB4}" type="pres">
      <dgm:prSet presAssocID="{C8AAC713-548D-4097-8A13-93EDFC540473}" presName="textRect" presStyleLbl="revTx" presStyleIdx="2" presStyleCnt="4">
        <dgm:presLayoutVars>
          <dgm:chMax val="1"/>
          <dgm:chPref val="1"/>
        </dgm:presLayoutVars>
      </dgm:prSet>
      <dgm:spPr/>
    </dgm:pt>
    <dgm:pt modelId="{4FD64808-EE6A-4DF0-B709-76C82E8EF7E1}" type="pres">
      <dgm:prSet presAssocID="{F2215221-7142-4161-8E2F-65A4CB6A0421}" presName="sibTrans" presStyleCnt="0"/>
      <dgm:spPr/>
    </dgm:pt>
    <dgm:pt modelId="{95175F7D-B2C5-420F-AA5F-16A2E52C4E36}" type="pres">
      <dgm:prSet presAssocID="{DF847068-13D4-460B-91C7-416160596157}" presName="compNode" presStyleCnt="0"/>
      <dgm:spPr/>
    </dgm:pt>
    <dgm:pt modelId="{D1804A10-6D73-4DD6-8754-90BC553CD2C3}" type="pres">
      <dgm:prSet presAssocID="{DF847068-13D4-460B-91C7-416160596157}" presName="iconBgRect" presStyleLbl="bgShp" presStyleIdx="3" presStyleCnt="4"/>
      <dgm:spPr/>
    </dgm:pt>
    <dgm:pt modelId="{F0CC7126-8DC3-4961-A265-2B0E046F987E}" type="pres">
      <dgm:prSet presAssocID="{DF847068-13D4-460B-91C7-4161605961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 with solid fill"/>
        </a:ext>
      </dgm:extLst>
    </dgm:pt>
    <dgm:pt modelId="{2CC9270F-0026-41E0-AE10-353354A9B45A}" type="pres">
      <dgm:prSet presAssocID="{DF847068-13D4-460B-91C7-416160596157}" presName="spaceRect" presStyleCnt="0"/>
      <dgm:spPr/>
    </dgm:pt>
    <dgm:pt modelId="{87F8DE19-1CE5-4EFA-9448-B8EDA236BC58}" type="pres">
      <dgm:prSet presAssocID="{DF847068-13D4-460B-91C7-4161605961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C710B10-BFF3-4FC9-9E97-4523FD988A09}" type="presOf" srcId="{CDB9A42E-2D80-476E-9330-9A5759BA144A}" destId="{57E460B2-F146-4CC4-8620-8782DCB440EA}" srcOrd="0" destOrd="0" presId="urn:microsoft.com/office/officeart/2018/5/layout/IconCircleLabelList"/>
    <dgm:cxn modelId="{06C91826-E57A-4ADE-930A-23F5921AE1D7}" srcId="{E0626E71-2BF9-49D3-BD18-5CAAAD0D09A3}" destId="{DF847068-13D4-460B-91C7-416160596157}" srcOrd="3" destOrd="0" parTransId="{054D08CA-7FB7-4CE7-A6EC-1B6C0D42F978}" sibTransId="{F88F6D98-CC2C-4C96-A7CE-D7C491CB1D37}"/>
    <dgm:cxn modelId="{42B25130-F49A-4038-8BD2-1D1F7372B967}" srcId="{E0626E71-2BF9-49D3-BD18-5CAAAD0D09A3}" destId="{C8AAC713-548D-4097-8A13-93EDFC540473}" srcOrd="2" destOrd="0" parTransId="{6E0F988C-0519-4A90-B762-0987F9CD5521}" sibTransId="{F2215221-7142-4161-8E2F-65A4CB6A0421}"/>
    <dgm:cxn modelId="{36207F72-EF48-4A9F-8131-B9A80917F57E}" type="presOf" srcId="{DF847068-13D4-460B-91C7-416160596157}" destId="{87F8DE19-1CE5-4EFA-9448-B8EDA236BC58}" srcOrd="0" destOrd="0" presId="urn:microsoft.com/office/officeart/2018/5/layout/IconCircleLabelList"/>
    <dgm:cxn modelId="{DF38A78C-574C-44FF-8E02-E1CBC70CE28F}" type="presOf" srcId="{C8AAC713-548D-4097-8A13-93EDFC540473}" destId="{AF559BA4-C5C4-484B-8952-257BCB4E8AB4}" srcOrd="0" destOrd="0" presId="urn:microsoft.com/office/officeart/2018/5/layout/IconCircleLabelList"/>
    <dgm:cxn modelId="{7C446CC1-BD78-4C01-98F2-D423B6C23691}" type="presOf" srcId="{E0626E71-2BF9-49D3-BD18-5CAAAD0D09A3}" destId="{AA679FD1-6CD0-479E-9CCB-D6E63D39AD54}" srcOrd="0" destOrd="0" presId="urn:microsoft.com/office/officeart/2018/5/layout/IconCircleLabelList"/>
    <dgm:cxn modelId="{7FB692CB-4D48-4A9C-ABBF-36228943EDBA}" srcId="{E0626E71-2BF9-49D3-BD18-5CAAAD0D09A3}" destId="{CDB9A42E-2D80-476E-9330-9A5759BA144A}" srcOrd="0" destOrd="0" parTransId="{0D7AD8E8-4630-4CA1-9E4D-3776A54710D1}" sibTransId="{C165E030-EE8B-4234-BEDF-E7C41FAEB648}"/>
    <dgm:cxn modelId="{FA0F87CF-5924-4A63-8445-89860A00A57F}" srcId="{E0626E71-2BF9-49D3-BD18-5CAAAD0D09A3}" destId="{0C79F4BE-BAE8-4990-A78B-F9DA600632BF}" srcOrd="1" destOrd="0" parTransId="{06979145-0156-4A5E-AA5A-F8BD45C43009}" sibTransId="{20236C5C-3C67-4514-BD70-C925E3F60444}"/>
    <dgm:cxn modelId="{C82D2DE9-A114-499C-B40B-D4EB003712E3}" type="presOf" srcId="{0C79F4BE-BAE8-4990-A78B-F9DA600632BF}" destId="{5BEB8B22-CE55-436D-A93B-ED13FAF344AA}" srcOrd="0" destOrd="0" presId="urn:microsoft.com/office/officeart/2018/5/layout/IconCircleLabelList"/>
    <dgm:cxn modelId="{DB3DE6DD-6946-4C5E-B813-8CB973AF21D7}" type="presParOf" srcId="{AA679FD1-6CD0-479E-9CCB-D6E63D39AD54}" destId="{E654BB02-E972-4B28-990B-1C07356DF876}" srcOrd="0" destOrd="0" presId="urn:microsoft.com/office/officeart/2018/5/layout/IconCircleLabelList"/>
    <dgm:cxn modelId="{5D206887-FE64-4450-8DB3-042F9AB85F0B}" type="presParOf" srcId="{E654BB02-E972-4B28-990B-1C07356DF876}" destId="{C1BA0B88-9027-4BF3-B048-428C20D040AF}" srcOrd="0" destOrd="0" presId="urn:microsoft.com/office/officeart/2018/5/layout/IconCircleLabelList"/>
    <dgm:cxn modelId="{E9279860-1F78-4B89-B4F0-E92DF4CD5469}" type="presParOf" srcId="{E654BB02-E972-4B28-990B-1C07356DF876}" destId="{57BA7ABA-C2A9-426A-87B2-5606ADB170EB}" srcOrd="1" destOrd="0" presId="urn:microsoft.com/office/officeart/2018/5/layout/IconCircleLabelList"/>
    <dgm:cxn modelId="{6A682EC6-3911-46E0-BCF7-B9540496FAA6}" type="presParOf" srcId="{E654BB02-E972-4B28-990B-1C07356DF876}" destId="{47C7D318-2818-4B00-AFE4-AA1648CD89DF}" srcOrd="2" destOrd="0" presId="urn:microsoft.com/office/officeart/2018/5/layout/IconCircleLabelList"/>
    <dgm:cxn modelId="{6EE6AEAA-08B5-49C4-A56B-03B2ACDC2B64}" type="presParOf" srcId="{E654BB02-E972-4B28-990B-1C07356DF876}" destId="{57E460B2-F146-4CC4-8620-8782DCB440EA}" srcOrd="3" destOrd="0" presId="urn:microsoft.com/office/officeart/2018/5/layout/IconCircleLabelList"/>
    <dgm:cxn modelId="{2DA25A23-4F25-49C1-92AF-7E17D5888621}" type="presParOf" srcId="{AA679FD1-6CD0-479E-9CCB-D6E63D39AD54}" destId="{3B77ADED-16F5-4589-83B8-DF863B05DC5B}" srcOrd="1" destOrd="0" presId="urn:microsoft.com/office/officeart/2018/5/layout/IconCircleLabelList"/>
    <dgm:cxn modelId="{FF8C5B8E-94D4-40FA-8BBC-35BEDD1841FA}" type="presParOf" srcId="{AA679FD1-6CD0-479E-9CCB-D6E63D39AD54}" destId="{7A06CE51-55FB-4A72-BC6B-771B44DCB461}" srcOrd="2" destOrd="0" presId="urn:microsoft.com/office/officeart/2018/5/layout/IconCircleLabelList"/>
    <dgm:cxn modelId="{F2C596EB-54E0-4723-95DF-BA132250E341}" type="presParOf" srcId="{7A06CE51-55FB-4A72-BC6B-771B44DCB461}" destId="{7C7EB1CF-6A4B-49F3-8258-8F2F99279825}" srcOrd="0" destOrd="0" presId="urn:microsoft.com/office/officeart/2018/5/layout/IconCircleLabelList"/>
    <dgm:cxn modelId="{45A9E4B3-ABD6-415C-BA91-3F9A67D0CF8B}" type="presParOf" srcId="{7A06CE51-55FB-4A72-BC6B-771B44DCB461}" destId="{3B60BB7C-B339-494F-B24E-4B7B3E450494}" srcOrd="1" destOrd="0" presId="urn:microsoft.com/office/officeart/2018/5/layout/IconCircleLabelList"/>
    <dgm:cxn modelId="{23341E79-A43A-471C-B58E-313D76A5DA35}" type="presParOf" srcId="{7A06CE51-55FB-4A72-BC6B-771B44DCB461}" destId="{ACC8295F-EA0C-4EFD-AA47-CA1D7B715DBF}" srcOrd="2" destOrd="0" presId="urn:microsoft.com/office/officeart/2018/5/layout/IconCircleLabelList"/>
    <dgm:cxn modelId="{124FE286-BBCE-4B9D-BC78-8419A6B43019}" type="presParOf" srcId="{7A06CE51-55FB-4A72-BC6B-771B44DCB461}" destId="{5BEB8B22-CE55-436D-A93B-ED13FAF344AA}" srcOrd="3" destOrd="0" presId="urn:microsoft.com/office/officeart/2018/5/layout/IconCircleLabelList"/>
    <dgm:cxn modelId="{89FF0144-B906-4560-B751-538143DA1F78}" type="presParOf" srcId="{AA679FD1-6CD0-479E-9CCB-D6E63D39AD54}" destId="{DF8B1E53-238E-4B59-BABC-4F3CE9EA24DE}" srcOrd="3" destOrd="0" presId="urn:microsoft.com/office/officeart/2018/5/layout/IconCircleLabelList"/>
    <dgm:cxn modelId="{4321815D-D369-4137-AAD6-3B9B8776C1A7}" type="presParOf" srcId="{AA679FD1-6CD0-479E-9CCB-D6E63D39AD54}" destId="{FF293F29-0FC6-4497-B0DF-72738CC827D5}" srcOrd="4" destOrd="0" presId="urn:microsoft.com/office/officeart/2018/5/layout/IconCircleLabelList"/>
    <dgm:cxn modelId="{330A2BF2-D292-47A1-95F0-9AE1BA27C777}" type="presParOf" srcId="{FF293F29-0FC6-4497-B0DF-72738CC827D5}" destId="{8C457E74-437D-49F5-8191-732EC3C9E667}" srcOrd="0" destOrd="0" presId="urn:microsoft.com/office/officeart/2018/5/layout/IconCircleLabelList"/>
    <dgm:cxn modelId="{07905F0D-118C-4C89-899C-E7B182AC3967}" type="presParOf" srcId="{FF293F29-0FC6-4497-B0DF-72738CC827D5}" destId="{04E59E0E-C836-4DED-8ADC-C92123C0B297}" srcOrd="1" destOrd="0" presId="urn:microsoft.com/office/officeart/2018/5/layout/IconCircleLabelList"/>
    <dgm:cxn modelId="{40236B31-EB63-4E4B-A634-C4F426893301}" type="presParOf" srcId="{FF293F29-0FC6-4497-B0DF-72738CC827D5}" destId="{01298FED-FDF4-4656-BD57-2BB5F155C6AE}" srcOrd="2" destOrd="0" presId="urn:microsoft.com/office/officeart/2018/5/layout/IconCircleLabelList"/>
    <dgm:cxn modelId="{82A289A1-3D94-40EF-B789-FD77BB9543BC}" type="presParOf" srcId="{FF293F29-0FC6-4497-B0DF-72738CC827D5}" destId="{AF559BA4-C5C4-484B-8952-257BCB4E8AB4}" srcOrd="3" destOrd="0" presId="urn:microsoft.com/office/officeart/2018/5/layout/IconCircleLabelList"/>
    <dgm:cxn modelId="{B5EAA8A5-926F-4D08-9935-2F922ED03BA3}" type="presParOf" srcId="{AA679FD1-6CD0-479E-9CCB-D6E63D39AD54}" destId="{4FD64808-EE6A-4DF0-B709-76C82E8EF7E1}" srcOrd="5" destOrd="0" presId="urn:microsoft.com/office/officeart/2018/5/layout/IconCircleLabelList"/>
    <dgm:cxn modelId="{3E1E94A5-460A-409B-976A-70CFF56F6D07}" type="presParOf" srcId="{AA679FD1-6CD0-479E-9CCB-D6E63D39AD54}" destId="{95175F7D-B2C5-420F-AA5F-16A2E52C4E36}" srcOrd="6" destOrd="0" presId="urn:microsoft.com/office/officeart/2018/5/layout/IconCircleLabelList"/>
    <dgm:cxn modelId="{5A073369-D6B9-4C90-B17E-F46F2EE5F93F}" type="presParOf" srcId="{95175F7D-B2C5-420F-AA5F-16A2E52C4E36}" destId="{D1804A10-6D73-4DD6-8754-90BC553CD2C3}" srcOrd="0" destOrd="0" presId="urn:microsoft.com/office/officeart/2018/5/layout/IconCircleLabelList"/>
    <dgm:cxn modelId="{B4E95523-A676-4941-A8B3-60B488DFC602}" type="presParOf" srcId="{95175F7D-B2C5-420F-AA5F-16A2E52C4E36}" destId="{F0CC7126-8DC3-4961-A265-2B0E046F987E}" srcOrd="1" destOrd="0" presId="urn:microsoft.com/office/officeart/2018/5/layout/IconCircleLabelList"/>
    <dgm:cxn modelId="{56F97C4A-1E02-4C17-A723-4FD01326996C}" type="presParOf" srcId="{95175F7D-B2C5-420F-AA5F-16A2E52C4E36}" destId="{2CC9270F-0026-41E0-AE10-353354A9B45A}" srcOrd="2" destOrd="0" presId="urn:microsoft.com/office/officeart/2018/5/layout/IconCircleLabelList"/>
    <dgm:cxn modelId="{80675ED3-D002-43D5-B620-9BA8802AD778}" type="presParOf" srcId="{95175F7D-B2C5-420F-AA5F-16A2E52C4E36}" destId="{87F8DE19-1CE5-4EFA-9448-B8EDA236BC5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3C41C7-46D1-4FB1-A41D-F5F659394C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CDC48A-DD0D-4C1A-BD95-57E4DAF591D6}">
      <dgm:prSet/>
      <dgm:spPr/>
      <dgm:t>
        <a:bodyPr/>
        <a:lstStyle/>
        <a:p>
          <a:r>
            <a:rPr lang="en-US" dirty="0"/>
            <a:t>Enforce peer code reviews.</a:t>
          </a:r>
        </a:p>
      </dgm:t>
    </dgm:pt>
    <dgm:pt modelId="{81B03122-EA75-4A79-B8F7-54C5E8FEB45E}" type="parTrans" cxnId="{F0FA087D-2354-4347-9EB3-28D74A068E37}">
      <dgm:prSet/>
      <dgm:spPr/>
      <dgm:t>
        <a:bodyPr/>
        <a:lstStyle/>
        <a:p>
          <a:endParaRPr lang="en-US"/>
        </a:p>
      </dgm:t>
    </dgm:pt>
    <dgm:pt modelId="{FE34CF6E-0D99-4093-B7C3-9F3B3F1407BE}" type="sibTrans" cxnId="{F0FA087D-2354-4347-9EB3-28D74A068E37}">
      <dgm:prSet/>
      <dgm:spPr/>
      <dgm:t>
        <a:bodyPr/>
        <a:lstStyle/>
        <a:p>
          <a:endParaRPr lang="en-US"/>
        </a:p>
      </dgm:t>
    </dgm:pt>
    <dgm:pt modelId="{CB98F738-CB46-4A23-8CDF-2BDA18EDB3F0}">
      <dgm:prSet/>
      <dgm:spPr/>
      <dgm:t>
        <a:bodyPr/>
        <a:lstStyle/>
        <a:p>
          <a:r>
            <a:rPr lang="en-US"/>
            <a:t>Integrate SAST and secret scanning tools.</a:t>
          </a:r>
        </a:p>
      </dgm:t>
    </dgm:pt>
    <dgm:pt modelId="{597F8200-4932-428D-852F-0D999F779297}" type="parTrans" cxnId="{195600B0-B83D-47BB-9999-24B5981063E1}">
      <dgm:prSet/>
      <dgm:spPr/>
      <dgm:t>
        <a:bodyPr/>
        <a:lstStyle/>
        <a:p>
          <a:endParaRPr lang="en-US"/>
        </a:p>
      </dgm:t>
    </dgm:pt>
    <dgm:pt modelId="{27A3FA08-B715-4B36-B4BE-FD97E74FB955}" type="sibTrans" cxnId="{195600B0-B83D-47BB-9999-24B5981063E1}">
      <dgm:prSet/>
      <dgm:spPr/>
      <dgm:t>
        <a:bodyPr/>
        <a:lstStyle/>
        <a:p>
          <a:endParaRPr lang="en-US"/>
        </a:p>
      </dgm:t>
    </dgm:pt>
    <dgm:pt modelId="{3BC65492-07BA-4473-981D-E7209D29050F}">
      <dgm:prSet/>
      <dgm:spPr/>
      <dgm:t>
        <a:bodyPr/>
        <a:lstStyle/>
        <a:p>
          <a:r>
            <a:rPr lang="en-US"/>
            <a:t>Automate security checks in CI/CD pipelines.</a:t>
          </a:r>
        </a:p>
      </dgm:t>
    </dgm:pt>
    <dgm:pt modelId="{7B49F1B6-D539-48E7-B42E-7324A8911F1F}" type="parTrans" cxnId="{E9F47BA6-C728-449C-949F-83902628BBC2}">
      <dgm:prSet/>
      <dgm:spPr/>
      <dgm:t>
        <a:bodyPr/>
        <a:lstStyle/>
        <a:p>
          <a:endParaRPr lang="en-US"/>
        </a:p>
      </dgm:t>
    </dgm:pt>
    <dgm:pt modelId="{8580F5A2-966B-488C-8999-CE6855CEEA7E}" type="sibTrans" cxnId="{E9F47BA6-C728-449C-949F-83902628BBC2}">
      <dgm:prSet/>
      <dgm:spPr/>
      <dgm:t>
        <a:bodyPr/>
        <a:lstStyle/>
        <a:p>
          <a:endParaRPr lang="en-US"/>
        </a:p>
      </dgm:t>
    </dgm:pt>
    <dgm:pt modelId="{237AB3B1-D534-48EF-879F-D64F0A4CC9F7}">
      <dgm:prSet/>
      <dgm:spPr/>
      <dgm:t>
        <a:bodyPr/>
        <a:lstStyle/>
        <a:p>
          <a:r>
            <a:rPr lang="en-US"/>
            <a:t>Adopt a shift-left security approach.</a:t>
          </a:r>
        </a:p>
      </dgm:t>
    </dgm:pt>
    <dgm:pt modelId="{7415C8B1-6528-4093-B89F-011D0BC44C02}" type="parTrans" cxnId="{9E566002-7EF6-46FB-9994-D6FD65E0076D}">
      <dgm:prSet/>
      <dgm:spPr/>
      <dgm:t>
        <a:bodyPr/>
        <a:lstStyle/>
        <a:p>
          <a:endParaRPr lang="en-US"/>
        </a:p>
      </dgm:t>
    </dgm:pt>
    <dgm:pt modelId="{38E6012C-6229-4921-B8A3-07AE9E6747EE}" type="sibTrans" cxnId="{9E566002-7EF6-46FB-9994-D6FD65E0076D}">
      <dgm:prSet/>
      <dgm:spPr/>
      <dgm:t>
        <a:bodyPr/>
        <a:lstStyle/>
        <a:p>
          <a:endParaRPr lang="en-US"/>
        </a:p>
      </dgm:t>
    </dgm:pt>
    <dgm:pt modelId="{FDB22DF4-5A8D-43C7-9538-3E9F0729288A}" type="pres">
      <dgm:prSet presAssocID="{DC3C41C7-46D1-4FB1-A41D-F5F659394C11}" presName="root" presStyleCnt="0">
        <dgm:presLayoutVars>
          <dgm:dir/>
          <dgm:resizeHandles val="exact"/>
        </dgm:presLayoutVars>
      </dgm:prSet>
      <dgm:spPr/>
    </dgm:pt>
    <dgm:pt modelId="{7E95520F-E9EA-4089-888D-39406C9565B5}" type="pres">
      <dgm:prSet presAssocID="{F9CDC48A-DD0D-4C1A-BD95-57E4DAF591D6}" presName="compNode" presStyleCnt="0"/>
      <dgm:spPr/>
    </dgm:pt>
    <dgm:pt modelId="{D3083957-803B-49C3-951A-E1B623D1A312}" type="pres">
      <dgm:prSet presAssocID="{F9CDC48A-DD0D-4C1A-BD95-57E4DAF591D6}" presName="bgRect" presStyleLbl="bgShp" presStyleIdx="0" presStyleCnt="4"/>
      <dgm:spPr/>
    </dgm:pt>
    <dgm:pt modelId="{17BD1BFB-E84E-4BC5-977F-1D2D7B45DE71}" type="pres">
      <dgm:prSet presAssocID="{F9CDC48A-DD0D-4C1A-BD95-57E4DAF591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9ED7037-36B8-4B8F-957A-2683A8392707}" type="pres">
      <dgm:prSet presAssocID="{F9CDC48A-DD0D-4C1A-BD95-57E4DAF591D6}" presName="spaceRect" presStyleCnt="0"/>
      <dgm:spPr/>
    </dgm:pt>
    <dgm:pt modelId="{F7E515F9-595F-46D9-8A40-1D3FFC1CEFAA}" type="pres">
      <dgm:prSet presAssocID="{F9CDC48A-DD0D-4C1A-BD95-57E4DAF591D6}" presName="parTx" presStyleLbl="revTx" presStyleIdx="0" presStyleCnt="4">
        <dgm:presLayoutVars>
          <dgm:chMax val="0"/>
          <dgm:chPref val="0"/>
        </dgm:presLayoutVars>
      </dgm:prSet>
      <dgm:spPr/>
    </dgm:pt>
    <dgm:pt modelId="{F5415A49-EB89-4330-A5DD-D19D583BAFB8}" type="pres">
      <dgm:prSet presAssocID="{FE34CF6E-0D99-4093-B7C3-9F3B3F1407BE}" presName="sibTrans" presStyleCnt="0"/>
      <dgm:spPr/>
    </dgm:pt>
    <dgm:pt modelId="{818AF809-5F34-43E4-954F-7415A0C5DC8E}" type="pres">
      <dgm:prSet presAssocID="{CB98F738-CB46-4A23-8CDF-2BDA18EDB3F0}" presName="compNode" presStyleCnt="0"/>
      <dgm:spPr/>
    </dgm:pt>
    <dgm:pt modelId="{2938CF3A-E0C1-4E09-AD4B-C23F701C4B9E}" type="pres">
      <dgm:prSet presAssocID="{CB98F738-CB46-4A23-8CDF-2BDA18EDB3F0}" presName="bgRect" presStyleLbl="bgShp" presStyleIdx="1" presStyleCnt="4"/>
      <dgm:spPr/>
    </dgm:pt>
    <dgm:pt modelId="{665B2CC2-18BE-4FDC-9294-BA2CB9FC4A75}" type="pres">
      <dgm:prSet presAssocID="{CB98F738-CB46-4A23-8CDF-2BDA18EDB3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3145794-5439-4358-BD8A-53D2AD4A0C89}" type="pres">
      <dgm:prSet presAssocID="{CB98F738-CB46-4A23-8CDF-2BDA18EDB3F0}" presName="spaceRect" presStyleCnt="0"/>
      <dgm:spPr/>
    </dgm:pt>
    <dgm:pt modelId="{A13EB46F-77B1-4B3E-AF59-B53439075B84}" type="pres">
      <dgm:prSet presAssocID="{CB98F738-CB46-4A23-8CDF-2BDA18EDB3F0}" presName="parTx" presStyleLbl="revTx" presStyleIdx="1" presStyleCnt="4">
        <dgm:presLayoutVars>
          <dgm:chMax val="0"/>
          <dgm:chPref val="0"/>
        </dgm:presLayoutVars>
      </dgm:prSet>
      <dgm:spPr/>
    </dgm:pt>
    <dgm:pt modelId="{52BCE536-3BBC-4B1C-B62B-C1A8A3BA66C4}" type="pres">
      <dgm:prSet presAssocID="{27A3FA08-B715-4B36-B4BE-FD97E74FB955}" presName="sibTrans" presStyleCnt="0"/>
      <dgm:spPr/>
    </dgm:pt>
    <dgm:pt modelId="{4ABBA0B5-63A5-463E-AADE-272A44DE898C}" type="pres">
      <dgm:prSet presAssocID="{3BC65492-07BA-4473-981D-E7209D29050F}" presName="compNode" presStyleCnt="0"/>
      <dgm:spPr/>
    </dgm:pt>
    <dgm:pt modelId="{4E3CB36D-B702-4F6E-AEF8-63D97B6818FB}" type="pres">
      <dgm:prSet presAssocID="{3BC65492-07BA-4473-981D-E7209D29050F}" presName="bgRect" presStyleLbl="bgShp" presStyleIdx="2" presStyleCnt="4"/>
      <dgm:spPr/>
    </dgm:pt>
    <dgm:pt modelId="{56D8B8C5-E8E8-46A7-A10C-8623935F0BD9}" type="pres">
      <dgm:prSet presAssocID="{3BC65492-07BA-4473-981D-E7209D2905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8BD0B6D-12D4-468F-9FEF-613E8F46A5DF}" type="pres">
      <dgm:prSet presAssocID="{3BC65492-07BA-4473-981D-E7209D29050F}" presName="spaceRect" presStyleCnt="0"/>
      <dgm:spPr/>
    </dgm:pt>
    <dgm:pt modelId="{28885584-C18E-44CC-95F0-F584A63C143B}" type="pres">
      <dgm:prSet presAssocID="{3BC65492-07BA-4473-981D-E7209D29050F}" presName="parTx" presStyleLbl="revTx" presStyleIdx="2" presStyleCnt="4">
        <dgm:presLayoutVars>
          <dgm:chMax val="0"/>
          <dgm:chPref val="0"/>
        </dgm:presLayoutVars>
      </dgm:prSet>
      <dgm:spPr/>
    </dgm:pt>
    <dgm:pt modelId="{05D23125-4CAB-43C0-BE52-AADE29A79914}" type="pres">
      <dgm:prSet presAssocID="{8580F5A2-966B-488C-8999-CE6855CEEA7E}" presName="sibTrans" presStyleCnt="0"/>
      <dgm:spPr/>
    </dgm:pt>
    <dgm:pt modelId="{5373FBD4-F767-4CE0-855A-C2D9AED88939}" type="pres">
      <dgm:prSet presAssocID="{237AB3B1-D534-48EF-879F-D64F0A4CC9F7}" presName="compNode" presStyleCnt="0"/>
      <dgm:spPr/>
    </dgm:pt>
    <dgm:pt modelId="{BBD2A600-99FE-4B46-BDDB-45CEB3EE3B99}" type="pres">
      <dgm:prSet presAssocID="{237AB3B1-D534-48EF-879F-D64F0A4CC9F7}" presName="bgRect" presStyleLbl="bgShp" presStyleIdx="3" presStyleCnt="4"/>
      <dgm:spPr/>
    </dgm:pt>
    <dgm:pt modelId="{1376637B-F8C2-4A5A-A84E-A3BE55E341C1}" type="pres">
      <dgm:prSet presAssocID="{237AB3B1-D534-48EF-879F-D64F0A4CC9F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4F0CC5E3-22E6-43E7-A948-7F4E922F6EAC}" type="pres">
      <dgm:prSet presAssocID="{237AB3B1-D534-48EF-879F-D64F0A4CC9F7}" presName="spaceRect" presStyleCnt="0"/>
      <dgm:spPr/>
    </dgm:pt>
    <dgm:pt modelId="{EF0DF52D-2608-49FE-83EA-3A448B509FDD}" type="pres">
      <dgm:prSet presAssocID="{237AB3B1-D534-48EF-879F-D64F0A4CC9F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E566002-7EF6-46FB-9994-D6FD65E0076D}" srcId="{DC3C41C7-46D1-4FB1-A41D-F5F659394C11}" destId="{237AB3B1-D534-48EF-879F-D64F0A4CC9F7}" srcOrd="3" destOrd="0" parTransId="{7415C8B1-6528-4093-B89F-011D0BC44C02}" sibTransId="{38E6012C-6229-4921-B8A3-07AE9E6747EE}"/>
    <dgm:cxn modelId="{F0FA087D-2354-4347-9EB3-28D74A068E37}" srcId="{DC3C41C7-46D1-4FB1-A41D-F5F659394C11}" destId="{F9CDC48A-DD0D-4C1A-BD95-57E4DAF591D6}" srcOrd="0" destOrd="0" parTransId="{81B03122-EA75-4A79-B8F7-54C5E8FEB45E}" sibTransId="{FE34CF6E-0D99-4093-B7C3-9F3B3F1407BE}"/>
    <dgm:cxn modelId="{E9F47BA6-C728-449C-949F-83902628BBC2}" srcId="{DC3C41C7-46D1-4FB1-A41D-F5F659394C11}" destId="{3BC65492-07BA-4473-981D-E7209D29050F}" srcOrd="2" destOrd="0" parTransId="{7B49F1B6-D539-48E7-B42E-7324A8911F1F}" sibTransId="{8580F5A2-966B-488C-8999-CE6855CEEA7E}"/>
    <dgm:cxn modelId="{4DA342AB-26FE-4CDC-AFA2-0EA245F80565}" type="presOf" srcId="{CB98F738-CB46-4A23-8CDF-2BDA18EDB3F0}" destId="{A13EB46F-77B1-4B3E-AF59-B53439075B84}" srcOrd="0" destOrd="0" presId="urn:microsoft.com/office/officeart/2018/2/layout/IconVerticalSolidList"/>
    <dgm:cxn modelId="{195600B0-B83D-47BB-9999-24B5981063E1}" srcId="{DC3C41C7-46D1-4FB1-A41D-F5F659394C11}" destId="{CB98F738-CB46-4A23-8CDF-2BDA18EDB3F0}" srcOrd="1" destOrd="0" parTransId="{597F8200-4932-428D-852F-0D999F779297}" sibTransId="{27A3FA08-B715-4B36-B4BE-FD97E74FB955}"/>
    <dgm:cxn modelId="{C2CCD9C9-C223-40D4-ACB7-685099FA8BA2}" type="presOf" srcId="{DC3C41C7-46D1-4FB1-A41D-F5F659394C11}" destId="{FDB22DF4-5A8D-43C7-9538-3E9F0729288A}" srcOrd="0" destOrd="0" presId="urn:microsoft.com/office/officeart/2018/2/layout/IconVerticalSolidList"/>
    <dgm:cxn modelId="{54F649DC-1DC9-456D-858B-65206D2DED3E}" type="presOf" srcId="{237AB3B1-D534-48EF-879F-D64F0A4CC9F7}" destId="{EF0DF52D-2608-49FE-83EA-3A448B509FDD}" srcOrd="0" destOrd="0" presId="urn:microsoft.com/office/officeart/2018/2/layout/IconVerticalSolidList"/>
    <dgm:cxn modelId="{C024F1DD-12D3-41B3-87F9-91361C58141D}" type="presOf" srcId="{F9CDC48A-DD0D-4C1A-BD95-57E4DAF591D6}" destId="{F7E515F9-595F-46D9-8A40-1D3FFC1CEFAA}" srcOrd="0" destOrd="0" presId="urn:microsoft.com/office/officeart/2018/2/layout/IconVerticalSolidList"/>
    <dgm:cxn modelId="{0B1A51F2-B65B-48E8-AD59-AB0832279A70}" type="presOf" srcId="{3BC65492-07BA-4473-981D-E7209D29050F}" destId="{28885584-C18E-44CC-95F0-F584A63C143B}" srcOrd="0" destOrd="0" presId="urn:microsoft.com/office/officeart/2018/2/layout/IconVerticalSolidList"/>
    <dgm:cxn modelId="{85790C5D-B712-4E46-8B8F-504537D45F65}" type="presParOf" srcId="{FDB22DF4-5A8D-43C7-9538-3E9F0729288A}" destId="{7E95520F-E9EA-4089-888D-39406C9565B5}" srcOrd="0" destOrd="0" presId="urn:microsoft.com/office/officeart/2018/2/layout/IconVerticalSolidList"/>
    <dgm:cxn modelId="{1494BD37-E043-47D9-8F86-465EC758BB9A}" type="presParOf" srcId="{7E95520F-E9EA-4089-888D-39406C9565B5}" destId="{D3083957-803B-49C3-951A-E1B623D1A312}" srcOrd="0" destOrd="0" presId="urn:microsoft.com/office/officeart/2018/2/layout/IconVerticalSolidList"/>
    <dgm:cxn modelId="{29890DBA-4916-4EFB-A023-ADFE0D6A86A8}" type="presParOf" srcId="{7E95520F-E9EA-4089-888D-39406C9565B5}" destId="{17BD1BFB-E84E-4BC5-977F-1D2D7B45DE71}" srcOrd="1" destOrd="0" presId="urn:microsoft.com/office/officeart/2018/2/layout/IconVerticalSolidList"/>
    <dgm:cxn modelId="{500FD106-674F-4ACC-AC87-2286ECC30C86}" type="presParOf" srcId="{7E95520F-E9EA-4089-888D-39406C9565B5}" destId="{89ED7037-36B8-4B8F-957A-2683A8392707}" srcOrd="2" destOrd="0" presId="urn:microsoft.com/office/officeart/2018/2/layout/IconVerticalSolidList"/>
    <dgm:cxn modelId="{4D2FEF00-6D85-4C95-9299-7E7638AD035B}" type="presParOf" srcId="{7E95520F-E9EA-4089-888D-39406C9565B5}" destId="{F7E515F9-595F-46D9-8A40-1D3FFC1CEFAA}" srcOrd="3" destOrd="0" presId="urn:microsoft.com/office/officeart/2018/2/layout/IconVerticalSolidList"/>
    <dgm:cxn modelId="{EF9D2421-29EC-4E54-890A-37A7736F44F7}" type="presParOf" srcId="{FDB22DF4-5A8D-43C7-9538-3E9F0729288A}" destId="{F5415A49-EB89-4330-A5DD-D19D583BAFB8}" srcOrd="1" destOrd="0" presId="urn:microsoft.com/office/officeart/2018/2/layout/IconVerticalSolidList"/>
    <dgm:cxn modelId="{0557C8BB-FCAB-477D-85E9-B0D87B620D8C}" type="presParOf" srcId="{FDB22DF4-5A8D-43C7-9538-3E9F0729288A}" destId="{818AF809-5F34-43E4-954F-7415A0C5DC8E}" srcOrd="2" destOrd="0" presId="urn:microsoft.com/office/officeart/2018/2/layout/IconVerticalSolidList"/>
    <dgm:cxn modelId="{9089A05C-FF74-46CC-B3E3-F4106A44CFA1}" type="presParOf" srcId="{818AF809-5F34-43E4-954F-7415A0C5DC8E}" destId="{2938CF3A-E0C1-4E09-AD4B-C23F701C4B9E}" srcOrd="0" destOrd="0" presId="urn:microsoft.com/office/officeart/2018/2/layout/IconVerticalSolidList"/>
    <dgm:cxn modelId="{B7C57C65-FCA2-4F4E-B435-C1FE4B6D0AC0}" type="presParOf" srcId="{818AF809-5F34-43E4-954F-7415A0C5DC8E}" destId="{665B2CC2-18BE-4FDC-9294-BA2CB9FC4A75}" srcOrd="1" destOrd="0" presId="urn:microsoft.com/office/officeart/2018/2/layout/IconVerticalSolidList"/>
    <dgm:cxn modelId="{9A7E6C06-C1DF-4107-AD05-31D0875E9061}" type="presParOf" srcId="{818AF809-5F34-43E4-954F-7415A0C5DC8E}" destId="{23145794-5439-4358-BD8A-53D2AD4A0C89}" srcOrd="2" destOrd="0" presId="urn:microsoft.com/office/officeart/2018/2/layout/IconVerticalSolidList"/>
    <dgm:cxn modelId="{1A1ACD8E-1B13-4BBC-BB13-0CB9C397BE03}" type="presParOf" srcId="{818AF809-5F34-43E4-954F-7415A0C5DC8E}" destId="{A13EB46F-77B1-4B3E-AF59-B53439075B84}" srcOrd="3" destOrd="0" presId="urn:microsoft.com/office/officeart/2018/2/layout/IconVerticalSolidList"/>
    <dgm:cxn modelId="{C3DCD3E4-AA98-4CA5-B055-67B70DFC71DB}" type="presParOf" srcId="{FDB22DF4-5A8D-43C7-9538-3E9F0729288A}" destId="{52BCE536-3BBC-4B1C-B62B-C1A8A3BA66C4}" srcOrd="3" destOrd="0" presId="urn:microsoft.com/office/officeart/2018/2/layout/IconVerticalSolidList"/>
    <dgm:cxn modelId="{CE841262-2958-429B-AB1C-E74C7AFCC2AF}" type="presParOf" srcId="{FDB22DF4-5A8D-43C7-9538-3E9F0729288A}" destId="{4ABBA0B5-63A5-463E-AADE-272A44DE898C}" srcOrd="4" destOrd="0" presId="urn:microsoft.com/office/officeart/2018/2/layout/IconVerticalSolidList"/>
    <dgm:cxn modelId="{6078A8A7-58F3-47FC-9E50-70721419C701}" type="presParOf" srcId="{4ABBA0B5-63A5-463E-AADE-272A44DE898C}" destId="{4E3CB36D-B702-4F6E-AEF8-63D97B6818FB}" srcOrd="0" destOrd="0" presId="urn:microsoft.com/office/officeart/2018/2/layout/IconVerticalSolidList"/>
    <dgm:cxn modelId="{7B38AAD9-6C26-4AC4-820E-6FFD1CF3A025}" type="presParOf" srcId="{4ABBA0B5-63A5-463E-AADE-272A44DE898C}" destId="{56D8B8C5-E8E8-46A7-A10C-8623935F0BD9}" srcOrd="1" destOrd="0" presId="urn:microsoft.com/office/officeart/2018/2/layout/IconVerticalSolidList"/>
    <dgm:cxn modelId="{A4570210-EC82-473B-8010-20DE170C6912}" type="presParOf" srcId="{4ABBA0B5-63A5-463E-AADE-272A44DE898C}" destId="{F8BD0B6D-12D4-468F-9FEF-613E8F46A5DF}" srcOrd="2" destOrd="0" presId="urn:microsoft.com/office/officeart/2018/2/layout/IconVerticalSolidList"/>
    <dgm:cxn modelId="{613CC797-6BF5-47C9-8B09-A91AF7ACA22C}" type="presParOf" srcId="{4ABBA0B5-63A5-463E-AADE-272A44DE898C}" destId="{28885584-C18E-44CC-95F0-F584A63C143B}" srcOrd="3" destOrd="0" presId="urn:microsoft.com/office/officeart/2018/2/layout/IconVerticalSolidList"/>
    <dgm:cxn modelId="{495A568C-FC92-4DD2-BFC2-5E813222E025}" type="presParOf" srcId="{FDB22DF4-5A8D-43C7-9538-3E9F0729288A}" destId="{05D23125-4CAB-43C0-BE52-AADE29A79914}" srcOrd="5" destOrd="0" presId="urn:microsoft.com/office/officeart/2018/2/layout/IconVerticalSolidList"/>
    <dgm:cxn modelId="{0ADBE6CE-9CB1-4C58-8B33-9227A54C2F87}" type="presParOf" srcId="{FDB22DF4-5A8D-43C7-9538-3E9F0729288A}" destId="{5373FBD4-F767-4CE0-855A-C2D9AED88939}" srcOrd="6" destOrd="0" presId="urn:microsoft.com/office/officeart/2018/2/layout/IconVerticalSolidList"/>
    <dgm:cxn modelId="{264ACF89-532E-4EB5-9246-D67FA3AA56A1}" type="presParOf" srcId="{5373FBD4-F767-4CE0-855A-C2D9AED88939}" destId="{BBD2A600-99FE-4B46-BDDB-45CEB3EE3B99}" srcOrd="0" destOrd="0" presId="urn:microsoft.com/office/officeart/2018/2/layout/IconVerticalSolidList"/>
    <dgm:cxn modelId="{04E5799C-2394-4BDF-B870-59C8265E89C7}" type="presParOf" srcId="{5373FBD4-F767-4CE0-855A-C2D9AED88939}" destId="{1376637B-F8C2-4A5A-A84E-A3BE55E341C1}" srcOrd="1" destOrd="0" presId="urn:microsoft.com/office/officeart/2018/2/layout/IconVerticalSolidList"/>
    <dgm:cxn modelId="{1C0469CB-FA60-4DEC-8AEF-529679DB8E7A}" type="presParOf" srcId="{5373FBD4-F767-4CE0-855A-C2D9AED88939}" destId="{4F0CC5E3-22E6-43E7-A948-7F4E922F6EAC}" srcOrd="2" destOrd="0" presId="urn:microsoft.com/office/officeart/2018/2/layout/IconVerticalSolidList"/>
    <dgm:cxn modelId="{C7094CE8-CFEE-4A1F-90D3-6FD13D133B9C}" type="presParOf" srcId="{5373FBD4-F767-4CE0-855A-C2D9AED88939}" destId="{EF0DF52D-2608-49FE-83EA-3A448B509F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95004A-7539-4358-976E-FF60EA6B287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84F805-E6A0-4720-BA99-728834BAC418}">
      <dgm:prSet/>
      <dgm:spPr/>
      <dgm:t>
        <a:bodyPr/>
        <a:lstStyle/>
        <a:p>
          <a:r>
            <a:rPr lang="en-US"/>
            <a:t>Never commit passwords or API keys to repositories.</a:t>
          </a:r>
        </a:p>
      </dgm:t>
    </dgm:pt>
    <dgm:pt modelId="{6C77118F-57F3-4775-A157-58EFCC824AE3}" type="parTrans" cxnId="{165F21EB-79A4-46A8-AD37-69D30FEC28E5}">
      <dgm:prSet/>
      <dgm:spPr/>
      <dgm:t>
        <a:bodyPr/>
        <a:lstStyle/>
        <a:p>
          <a:endParaRPr lang="en-US"/>
        </a:p>
      </dgm:t>
    </dgm:pt>
    <dgm:pt modelId="{24727E28-7734-40D8-98E4-25D6BDCD481A}" type="sibTrans" cxnId="{165F21EB-79A4-46A8-AD37-69D30FEC28E5}">
      <dgm:prSet/>
      <dgm:spPr/>
      <dgm:t>
        <a:bodyPr/>
        <a:lstStyle/>
        <a:p>
          <a:endParaRPr lang="en-US"/>
        </a:p>
      </dgm:t>
    </dgm:pt>
    <dgm:pt modelId="{EAEFD310-6863-4353-B475-BF698F23C7FF}">
      <dgm:prSet/>
      <dgm:spPr/>
      <dgm:t>
        <a:bodyPr/>
        <a:lstStyle/>
        <a:p>
          <a:r>
            <a:rPr lang="en-US"/>
            <a:t>Use centralized secrets management systems.</a:t>
          </a:r>
        </a:p>
      </dgm:t>
    </dgm:pt>
    <dgm:pt modelId="{3DBE6DC1-7AD2-4516-9356-25F7B5388656}" type="parTrans" cxnId="{0586259A-1D25-44E5-AE4D-BE77C2B93EC4}">
      <dgm:prSet/>
      <dgm:spPr/>
      <dgm:t>
        <a:bodyPr/>
        <a:lstStyle/>
        <a:p>
          <a:endParaRPr lang="en-US"/>
        </a:p>
      </dgm:t>
    </dgm:pt>
    <dgm:pt modelId="{2EF26EE4-2DCB-4D13-A7B5-945ADB2679BA}" type="sibTrans" cxnId="{0586259A-1D25-44E5-AE4D-BE77C2B93EC4}">
      <dgm:prSet/>
      <dgm:spPr/>
      <dgm:t>
        <a:bodyPr/>
        <a:lstStyle/>
        <a:p>
          <a:endParaRPr lang="en-US"/>
        </a:p>
      </dgm:t>
    </dgm:pt>
    <dgm:pt modelId="{64A19DB0-2D4C-42F3-944C-479CCFAF2C5B}">
      <dgm:prSet/>
      <dgm:spPr/>
      <dgm:t>
        <a:bodyPr/>
        <a:lstStyle/>
        <a:p>
          <a:r>
            <a:rPr lang="en-US"/>
            <a:t>Enable automated secret scanning.</a:t>
          </a:r>
        </a:p>
      </dgm:t>
    </dgm:pt>
    <dgm:pt modelId="{B478A316-6539-4247-935D-5A9AE13E1545}" type="parTrans" cxnId="{D726F551-DFFD-4993-A98D-162D05654935}">
      <dgm:prSet/>
      <dgm:spPr/>
      <dgm:t>
        <a:bodyPr/>
        <a:lstStyle/>
        <a:p>
          <a:endParaRPr lang="en-US"/>
        </a:p>
      </dgm:t>
    </dgm:pt>
    <dgm:pt modelId="{0D300454-57B7-4A56-A6DE-14A972D742E9}" type="sibTrans" cxnId="{D726F551-DFFD-4993-A98D-162D05654935}">
      <dgm:prSet/>
      <dgm:spPr/>
      <dgm:t>
        <a:bodyPr/>
        <a:lstStyle/>
        <a:p>
          <a:endParaRPr lang="en-US"/>
        </a:p>
      </dgm:t>
    </dgm:pt>
    <dgm:pt modelId="{A4B8AD9C-A69C-43C2-A7AA-8717D08DEDF7}">
      <dgm:prSet/>
      <dgm:spPr/>
      <dgm:t>
        <a:bodyPr/>
        <a:lstStyle/>
        <a:p>
          <a:r>
            <a:rPr lang="en-US"/>
            <a:t>Use pre-commit hooks to prevent exposure.</a:t>
          </a:r>
        </a:p>
      </dgm:t>
    </dgm:pt>
    <dgm:pt modelId="{2E3DD7EC-22A0-4D8E-B3A8-FCB69B826352}" type="parTrans" cxnId="{81BE57D6-1C70-4F3B-9913-F8BE15E4828D}">
      <dgm:prSet/>
      <dgm:spPr/>
      <dgm:t>
        <a:bodyPr/>
        <a:lstStyle/>
        <a:p>
          <a:endParaRPr lang="en-US"/>
        </a:p>
      </dgm:t>
    </dgm:pt>
    <dgm:pt modelId="{3BF137EC-2515-4BC2-9EBD-9F6C3995872A}" type="sibTrans" cxnId="{81BE57D6-1C70-4F3B-9913-F8BE15E4828D}">
      <dgm:prSet/>
      <dgm:spPr/>
      <dgm:t>
        <a:bodyPr/>
        <a:lstStyle/>
        <a:p>
          <a:endParaRPr lang="en-US"/>
        </a:p>
      </dgm:t>
    </dgm:pt>
    <dgm:pt modelId="{BE1E7E81-3E0C-4D97-B6FA-62131DAD1CA6}" type="pres">
      <dgm:prSet presAssocID="{5395004A-7539-4358-976E-FF60EA6B2875}" presName="root" presStyleCnt="0">
        <dgm:presLayoutVars>
          <dgm:dir/>
          <dgm:resizeHandles val="exact"/>
        </dgm:presLayoutVars>
      </dgm:prSet>
      <dgm:spPr/>
    </dgm:pt>
    <dgm:pt modelId="{CADB4E03-7FDE-4819-B592-6876F74D54BB}" type="pres">
      <dgm:prSet presAssocID="{5395004A-7539-4358-976E-FF60EA6B2875}" presName="container" presStyleCnt="0">
        <dgm:presLayoutVars>
          <dgm:dir/>
          <dgm:resizeHandles val="exact"/>
        </dgm:presLayoutVars>
      </dgm:prSet>
      <dgm:spPr/>
    </dgm:pt>
    <dgm:pt modelId="{C1F21038-6FE8-4945-924D-26C4B3ECD531}" type="pres">
      <dgm:prSet presAssocID="{ED84F805-E6A0-4720-BA99-728834BAC418}" presName="compNode" presStyleCnt="0"/>
      <dgm:spPr/>
    </dgm:pt>
    <dgm:pt modelId="{C5F8C7C1-E26C-497C-84C8-353ED4C06C30}" type="pres">
      <dgm:prSet presAssocID="{ED84F805-E6A0-4720-BA99-728834BAC418}" presName="iconBgRect" presStyleLbl="bgShp" presStyleIdx="0" presStyleCnt="4"/>
      <dgm:spPr/>
    </dgm:pt>
    <dgm:pt modelId="{FC991E23-7233-4336-9CFD-7C2383ECBB39}" type="pres">
      <dgm:prSet presAssocID="{ED84F805-E6A0-4720-BA99-728834BAC41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5732E1B-9AE0-4526-B313-764AE6B29109}" type="pres">
      <dgm:prSet presAssocID="{ED84F805-E6A0-4720-BA99-728834BAC418}" presName="spaceRect" presStyleCnt="0"/>
      <dgm:spPr/>
    </dgm:pt>
    <dgm:pt modelId="{0BC548E3-45AD-4C3B-A7C3-C27FC3FA69BB}" type="pres">
      <dgm:prSet presAssocID="{ED84F805-E6A0-4720-BA99-728834BAC418}" presName="textRect" presStyleLbl="revTx" presStyleIdx="0" presStyleCnt="4">
        <dgm:presLayoutVars>
          <dgm:chMax val="1"/>
          <dgm:chPref val="1"/>
        </dgm:presLayoutVars>
      </dgm:prSet>
      <dgm:spPr/>
    </dgm:pt>
    <dgm:pt modelId="{F0EACBD0-7D3C-4B6D-8021-DA3C610B13FE}" type="pres">
      <dgm:prSet presAssocID="{24727E28-7734-40D8-98E4-25D6BDCD481A}" presName="sibTrans" presStyleLbl="sibTrans2D1" presStyleIdx="0" presStyleCnt="0"/>
      <dgm:spPr/>
    </dgm:pt>
    <dgm:pt modelId="{6043D3D5-CD91-4111-8105-E2921A29330E}" type="pres">
      <dgm:prSet presAssocID="{EAEFD310-6863-4353-B475-BF698F23C7FF}" presName="compNode" presStyleCnt="0"/>
      <dgm:spPr/>
    </dgm:pt>
    <dgm:pt modelId="{92A0F8CB-94EB-4AA0-98DE-37E9F10AE268}" type="pres">
      <dgm:prSet presAssocID="{EAEFD310-6863-4353-B475-BF698F23C7FF}" presName="iconBgRect" presStyleLbl="bgShp" presStyleIdx="1" presStyleCnt="4"/>
      <dgm:spPr/>
    </dgm:pt>
    <dgm:pt modelId="{673E26DF-6633-452A-BD04-CF624C221B5A}" type="pres">
      <dgm:prSet presAssocID="{EAEFD310-6863-4353-B475-BF698F23C7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815D40D-0C74-44BD-B57C-888C473709BF}" type="pres">
      <dgm:prSet presAssocID="{EAEFD310-6863-4353-B475-BF698F23C7FF}" presName="spaceRect" presStyleCnt="0"/>
      <dgm:spPr/>
    </dgm:pt>
    <dgm:pt modelId="{24887E16-6DA5-4A81-9C78-7E2335443C62}" type="pres">
      <dgm:prSet presAssocID="{EAEFD310-6863-4353-B475-BF698F23C7FF}" presName="textRect" presStyleLbl="revTx" presStyleIdx="1" presStyleCnt="4">
        <dgm:presLayoutVars>
          <dgm:chMax val="1"/>
          <dgm:chPref val="1"/>
        </dgm:presLayoutVars>
      </dgm:prSet>
      <dgm:spPr/>
    </dgm:pt>
    <dgm:pt modelId="{C9F5EBDF-7801-4329-99FD-85C2E340C8C2}" type="pres">
      <dgm:prSet presAssocID="{2EF26EE4-2DCB-4D13-A7B5-945ADB2679BA}" presName="sibTrans" presStyleLbl="sibTrans2D1" presStyleIdx="0" presStyleCnt="0"/>
      <dgm:spPr/>
    </dgm:pt>
    <dgm:pt modelId="{AABA0743-1F33-4180-B113-ED73B52104F6}" type="pres">
      <dgm:prSet presAssocID="{64A19DB0-2D4C-42F3-944C-479CCFAF2C5B}" presName="compNode" presStyleCnt="0"/>
      <dgm:spPr/>
    </dgm:pt>
    <dgm:pt modelId="{67235E45-B0F8-4DE2-9EAC-B0D97E88A951}" type="pres">
      <dgm:prSet presAssocID="{64A19DB0-2D4C-42F3-944C-479CCFAF2C5B}" presName="iconBgRect" presStyleLbl="bgShp" presStyleIdx="2" presStyleCnt="4"/>
      <dgm:spPr/>
    </dgm:pt>
    <dgm:pt modelId="{20E33538-5662-4179-B40D-100B8AA35D57}" type="pres">
      <dgm:prSet presAssocID="{64A19DB0-2D4C-42F3-944C-479CCFAF2C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33BFE8F-966E-483D-A07F-D07D43F75EA0}" type="pres">
      <dgm:prSet presAssocID="{64A19DB0-2D4C-42F3-944C-479CCFAF2C5B}" presName="spaceRect" presStyleCnt="0"/>
      <dgm:spPr/>
    </dgm:pt>
    <dgm:pt modelId="{91A4EF6F-54C0-44C8-A598-D52C5116BAC3}" type="pres">
      <dgm:prSet presAssocID="{64A19DB0-2D4C-42F3-944C-479CCFAF2C5B}" presName="textRect" presStyleLbl="revTx" presStyleIdx="2" presStyleCnt="4">
        <dgm:presLayoutVars>
          <dgm:chMax val="1"/>
          <dgm:chPref val="1"/>
        </dgm:presLayoutVars>
      </dgm:prSet>
      <dgm:spPr/>
    </dgm:pt>
    <dgm:pt modelId="{796BEB31-2942-4626-8277-86CCB33BF8D2}" type="pres">
      <dgm:prSet presAssocID="{0D300454-57B7-4A56-A6DE-14A972D742E9}" presName="sibTrans" presStyleLbl="sibTrans2D1" presStyleIdx="0" presStyleCnt="0"/>
      <dgm:spPr/>
    </dgm:pt>
    <dgm:pt modelId="{65668C6D-EE91-44AF-834A-693DF75A2C9C}" type="pres">
      <dgm:prSet presAssocID="{A4B8AD9C-A69C-43C2-A7AA-8717D08DEDF7}" presName="compNode" presStyleCnt="0"/>
      <dgm:spPr/>
    </dgm:pt>
    <dgm:pt modelId="{D62F901B-4B46-47B7-BA59-86CC2F6BB68E}" type="pres">
      <dgm:prSet presAssocID="{A4B8AD9C-A69C-43C2-A7AA-8717D08DEDF7}" presName="iconBgRect" presStyleLbl="bgShp" presStyleIdx="3" presStyleCnt="4"/>
      <dgm:spPr/>
    </dgm:pt>
    <dgm:pt modelId="{0E1CC775-7B54-4754-9CC2-7B83FA0CE2B8}" type="pres">
      <dgm:prSet presAssocID="{A4B8AD9C-A69C-43C2-A7AA-8717D08DEDF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30A631DC-D538-48B9-9A55-1F7881B6151E}" type="pres">
      <dgm:prSet presAssocID="{A4B8AD9C-A69C-43C2-A7AA-8717D08DEDF7}" presName="spaceRect" presStyleCnt="0"/>
      <dgm:spPr/>
    </dgm:pt>
    <dgm:pt modelId="{45104E2B-DD00-4729-9B41-357C9765D767}" type="pres">
      <dgm:prSet presAssocID="{A4B8AD9C-A69C-43C2-A7AA-8717D08DEDF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0D9A422-C3C6-4597-8213-A641B5B0F41A}" type="presOf" srcId="{24727E28-7734-40D8-98E4-25D6BDCD481A}" destId="{F0EACBD0-7D3C-4B6D-8021-DA3C610B13FE}" srcOrd="0" destOrd="0" presId="urn:microsoft.com/office/officeart/2018/2/layout/IconCircleList"/>
    <dgm:cxn modelId="{B06FFB27-0505-4733-8561-995EB757F708}" type="presOf" srcId="{5395004A-7539-4358-976E-FF60EA6B2875}" destId="{BE1E7E81-3E0C-4D97-B6FA-62131DAD1CA6}" srcOrd="0" destOrd="0" presId="urn:microsoft.com/office/officeart/2018/2/layout/IconCircleList"/>
    <dgm:cxn modelId="{670FC82A-8FC3-452D-A21B-0E1C36FDA0C5}" type="presOf" srcId="{ED84F805-E6A0-4720-BA99-728834BAC418}" destId="{0BC548E3-45AD-4C3B-A7C3-C27FC3FA69BB}" srcOrd="0" destOrd="0" presId="urn:microsoft.com/office/officeart/2018/2/layout/IconCircleList"/>
    <dgm:cxn modelId="{AC33CB37-B1DE-469F-B180-2803692F84BA}" type="presOf" srcId="{EAEFD310-6863-4353-B475-BF698F23C7FF}" destId="{24887E16-6DA5-4A81-9C78-7E2335443C62}" srcOrd="0" destOrd="0" presId="urn:microsoft.com/office/officeart/2018/2/layout/IconCircleList"/>
    <dgm:cxn modelId="{D834DF6F-ABE8-44C3-9ACE-6516EA929D45}" type="presOf" srcId="{0D300454-57B7-4A56-A6DE-14A972D742E9}" destId="{796BEB31-2942-4626-8277-86CCB33BF8D2}" srcOrd="0" destOrd="0" presId="urn:microsoft.com/office/officeart/2018/2/layout/IconCircleList"/>
    <dgm:cxn modelId="{D726F551-DFFD-4993-A98D-162D05654935}" srcId="{5395004A-7539-4358-976E-FF60EA6B2875}" destId="{64A19DB0-2D4C-42F3-944C-479CCFAF2C5B}" srcOrd="2" destOrd="0" parTransId="{B478A316-6539-4247-935D-5A9AE13E1545}" sibTransId="{0D300454-57B7-4A56-A6DE-14A972D742E9}"/>
    <dgm:cxn modelId="{9804188A-6CAE-4D83-BC78-DB271CCAE2B4}" type="presOf" srcId="{2EF26EE4-2DCB-4D13-A7B5-945ADB2679BA}" destId="{C9F5EBDF-7801-4329-99FD-85C2E340C8C2}" srcOrd="0" destOrd="0" presId="urn:microsoft.com/office/officeart/2018/2/layout/IconCircleList"/>
    <dgm:cxn modelId="{0586259A-1D25-44E5-AE4D-BE77C2B93EC4}" srcId="{5395004A-7539-4358-976E-FF60EA6B2875}" destId="{EAEFD310-6863-4353-B475-BF698F23C7FF}" srcOrd="1" destOrd="0" parTransId="{3DBE6DC1-7AD2-4516-9356-25F7B5388656}" sibTransId="{2EF26EE4-2DCB-4D13-A7B5-945ADB2679BA}"/>
    <dgm:cxn modelId="{CC1A1CAD-4888-4532-8362-A47A52F2D22B}" type="presOf" srcId="{64A19DB0-2D4C-42F3-944C-479CCFAF2C5B}" destId="{91A4EF6F-54C0-44C8-A598-D52C5116BAC3}" srcOrd="0" destOrd="0" presId="urn:microsoft.com/office/officeart/2018/2/layout/IconCircleList"/>
    <dgm:cxn modelId="{81BE57D6-1C70-4F3B-9913-F8BE15E4828D}" srcId="{5395004A-7539-4358-976E-FF60EA6B2875}" destId="{A4B8AD9C-A69C-43C2-A7AA-8717D08DEDF7}" srcOrd="3" destOrd="0" parTransId="{2E3DD7EC-22A0-4D8E-B3A8-FCB69B826352}" sibTransId="{3BF137EC-2515-4BC2-9EBD-9F6C3995872A}"/>
    <dgm:cxn modelId="{D96127D7-5D87-4748-8040-9A2EC1C1D350}" type="presOf" srcId="{A4B8AD9C-A69C-43C2-A7AA-8717D08DEDF7}" destId="{45104E2B-DD00-4729-9B41-357C9765D767}" srcOrd="0" destOrd="0" presId="urn:microsoft.com/office/officeart/2018/2/layout/IconCircleList"/>
    <dgm:cxn modelId="{165F21EB-79A4-46A8-AD37-69D30FEC28E5}" srcId="{5395004A-7539-4358-976E-FF60EA6B2875}" destId="{ED84F805-E6A0-4720-BA99-728834BAC418}" srcOrd="0" destOrd="0" parTransId="{6C77118F-57F3-4775-A157-58EFCC824AE3}" sibTransId="{24727E28-7734-40D8-98E4-25D6BDCD481A}"/>
    <dgm:cxn modelId="{3DF63129-65A5-4CF3-A1D9-4AFF48EF3130}" type="presParOf" srcId="{BE1E7E81-3E0C-4D97-B6FA-62131DAD1CA6}" destId="{CADB4E03-7FDE-4819-B592-6876F74D54BB}" srcOrd="0" destOrd="0" presId="urn:microsoft.com/office/officeart/2018/2/layout/IconCircleList"/>
    <dgm:cxn modelId="{751EB2F1-C8F3-4B99-A381-F3A2C5852805}" type="presParOf" srcId="{CADB4E03-7FDE-4819-B592-6876F74D54BB}" destId="{C1F21038-6FE8-4945-924D-26C4B3ECD531}" srcOrd="0" destOrd="0" presId="urn:microsoft.com/office/officeart/2018/2/layout/IconCircleList"/>
    <dgm:cxn modelId="{B18F4677-A34E-46BE-8D3B-8B81DA6232A2}" type="presParOf" srcId="{C1F21038-6FE8-4945-924D-26C4B3ECD531}" destId="{C5F8C7C1-E26C-497C-84C8-353ED4C06C30}" srcOrd="0" destOrd="0" presId="urn:microsoft.com/office/officeart/2018/2/layout/IconCircleList"/>
    <dgm:cxn modelId="{84596C92-300C-4461-B5AE-29FAAB979239}" type="presParOf" srcId="{C1F21038-6FE8-4945-924D-26C4B3ECD531}" destId="{FC991E23-7233-4336-9CFD-7C2383ECBB39}" srcOrd="1" destOrd="0" presId="urn:microsoft.com/office/officeart/2018/2/layout/IconCircleList"/>
    <dgm:cxn modelId="{37AD3FA2-B1E6-4D3A-AA87-24CEC4F162AD}" type="presParOf" srcId="{C1F21038-6FE8-4945-924D-26C4B3ECD531}" destId="{F5732E1B-9AE0-4526-B313-764AE6B29109}" srcOrd="2" destOrd="0" presId="urn:microsoft.com/office/officeart/2018/2/layout/IconCircleList"/>
    <dgm:cxn modelId="{8D149EA8-00C2-490A-8700-D2A2D6D112E9}" type="presParOf" srcId="{C1F21038-6FE8-4945-924D-26C4B3ECD531}" destId="{0BC548E3-45AD-4C3B-A7C3-C27FC3FA69BB}" srcOrd="3" destOrd="0" presId="urn:microsoft.com/office/officeart/2018/2/layout/IconCircleList"/>
    <dgm:cxn modelId="{62EF529B-5362-4EAD-85A4-45D65D766BC3}" type="presParOf" srcId="{CADB4E03-7FDE-4819-B592-6876F74D54BB}" destId="{F0EACBD0-7D3C-4B6D-8021-DA3C610B13FE}" srcOrd="1" destOrd="0" presId="urn:microsoft.com/office/officeart/2018/2/layout/IconCircleList"/>
    <dgm:cxn modelId="{8C82400D-FA60-4D88-82CB-CC5AB7E7CD24}" type="presParOf" srcId="{CADB4E03-7FDE-4819-B592-6876F74D54BB}" destId="{6043D3D5-CD91-4111-8105-E2921A29330E}" srcOrd="2" destOrd="0" presId="urn:microsoft.com/office/officeart/2018/2/layout/IconCircleList"/>
    <dgm:cxn modelId="{BD780E48-C663-4E05-A8CE-41F509DDDF44}" type="presParOf" srcId="{6043D3D5-CD91-4111-8105-E2921A29330E}" destId="{92A0F8CB-94EB-4AA0-98DE-37E9F10AE268}" srcOrd="0" destOrd="0" presId="urn:microsoft.com/office/officeart/2018/2/layout/IconCircleList"/>
    <dgm:cxn modelId="{A4880CBC-5A14-428F-8A3C-98E9264061BA}" type="presParOf" srcId="{6043D3D5-CD91-4111-8105-E2921A29330E}" destId="{673E26DF-6633-452A-BD04-CF624C221B5A}" srcOrd="1" destOrd="0" presId="urn:microsoft.com/office/officeart/2018/2/layout/IconCircleList"/>
    <dgm:cxn modelId="{246D0D6C-1561-4CC4-A349-C3C99D46C533}" type="presParOf" srcId="{6043D3D5-CD91-4111-8105-E2921A29330E}" destId="{4815D40D-0C74-44BD-B57C-888C473709BF}" srcOrd="2" destOrd="0" presId="urn:microsoft.com/office/officeart/2018/2/layout/IconCircleList"/>
    <dgm:cxn modelId="{FDE3EC5C-7FD2-4597-9E1D-54CC2731E429}" type="presParOf" srcId="{6043D3D5-CD91-4111-8105-E2921A29330E}" destId="{24887E16-6DA5-4A81-9C78-7E2335443C62}" srcOrd="3" destOrd="0" presId="urn:microsoft.com/office/officeart/2018/2/layout/IconCircleList"/>
    <dgm:cxn modelId="{422BB8F3-0BDE-4374-B9D6-0609058609B4}" type="presParOf" srcId="{CADB4E03-7FDE-4819-B592-6876F74D54BB}" destId="{C9F5EBDF-7801-4329-99FD-85C2E340C8C2}" srcOrd="3" destOrd="0" presId="urn:microsoft.com/office/officeart/2018/2/layout/IconCircleList"/>
    <dgm:cxn modelId="{A8576EAB-7B7A-4964-87CF-AAE8B00C0168}" type="presParOf" srcId="{CADB4E03-7FDE-4819-B592-6876F74D54BB}" destId="{AABA0743-1F33-4180-B113-ED73B52104F6}" srcOrd="4" destOrd="0" presId="urn:microsoft.com/office/officeart/2018/2/layout/IconCircleList"/>
    <dgm:cxn modelId="{A0227C03-6C3B-4D6E-BE80-B42C8AC9BDC8}" type="presParOf" srcId="{AABA0743-1F33-4180-B113-ED73B52104F6}" destId="{67235E45-B0F8-4DE2-9EAC-B0D97E88A951}" srcOrd="0" destOrd="0" presId="urn:microsoft.com/office/officeart/2018/2/layout/IconCircleList"/>
    <dgm:cxn modelId="{2B2A5219-7255-440B-9E63-C43C59E82AF5}" type="presParOf" srcId="{AABA0743-1F33-4180-B113-ED73B52104F6}" destId="{20E33538-5662-4179-B40D-100B8AA35D57}" srcOrd="1" destOrd="0" presId="urn:microsoft.com/office/officeart/2018/2/layout/IconCircleList"/>
    <dgm:cxn modelId="{3AE482CD-4EDC-406C-9E27-2C7D7E9CC048}" type="presParOf" srcId="{AABA0743-1F33-4180-B113-ED73B52104F6}" destId="{C33BFE8F-966E-483D-A07F-D07D43F75EA0}" srcOrd="2" destOrd="0" presId="urn:microsoft.com/office/officeart/2018/2/layout/IconCircleList"/>
    <dgm:cxn modelId="{8B89B46F-EB41-414F-A5C8-E95730334EFE}" type="presParOf" srcId="{AABA0743-1F33-4180-B113-ED73B52104F6}" destId="{91A4EF6F-54C0-44C8-A598-D52C5116BAC3}" srcOrd="3" destOrd="0" presId="urn:microsoft.com/office/officeart/2018/2/layout/IconCircleList"/>
    <dgm:cxn modelId="{1CA73683-62C7-4F5E-A797-AF80742F36A8}" type="presParOf" srcId="{CADB4E03-7FDE-4819-B592-6876F74D54BB}" destId="{796BEB31-2942-4626-8277-86CCB33BF8D2}" srcOrd="5" destOrd="0" presId="urn:microsoft.com/office/officeart/2018/2/layout/IconCircleList"/>
    <dgm:cxn modelId="{7F5F25EF-489D-4B2E-BC55-19D5093C2802}" type="presParOf" srcId="{CADB4E03-7FDE-4819-B592-6876F74D54BB}" destId="{65668C6D-EE91-44AF-834A-693DF75A2C9C}" srcOrd="6" destOrd="0" presId="urn:microsoft.com/office/officeart/2018/2/layout/IconCircleList"/>
    <dgm:cxn modelId="{4BE9BC50-DE00-4D51-9085-998677904CA2}" type="presParOf" srcId="{65668C6D-EE91-44AF-834A-693DF75A2C9C}" destId="{D62F901B-4B46-47B7-BA59-86CC2F6BB68E}" srcOrd="0" destOrd="0" presId="urn:microsoft.com/office/officeart/2018/2/layout/IconCircleList"/>
    <dgm:cxn modelId="{96C8F6D2-6B3E-460A-8AC0-39F060B699D2}" type="presParOf" srcId="{65668C6D-EE91-44AF-834A-693DF75A2C9C}" destId="{0E1CC775-7B54-4754-9CC2-7B83FA0CE2B8}" srcOrd="1" destOrd="0" presId="urn:microsoft.com/office/officeart/2018/2/layout/IconCircleList"/>
    <dgm:cxn modelId="{BDA67B70-35C9-4EFD-BC5A-63867805FECF}" type="presParOf" srcId="{65668C6D-EE91-44AF-834A-693DF75A2C9C}" destId="{30A631DC-D538-48B9-9A55-1F7881B6151E}" srcOrd="2" destOrd="0" presId="urn:microsoft.com/office/officeart/2018/2/layout/IconCircleList"/>
    <dgm:cxn modelId="{4887FCE0-01E3-4B1F-A608-F047586F6A9D}" type="presParOf" srcId="{65668C6D-EE91-44AF-834A-693DF75A2C9C}" destId="{45104E2B-DD00-4729-9B41-357C9765D76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403ABC-8196-4299-B89E-AFCE281A2A8C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DB15B2-F78C-4EFD-B719-D7D3F5A254CC}">
      <dgm:prSet/>
      <dgm:spPr/>
      <dgm:t>
        <a:bodyPr/>
        <a:lstStyle/>
        <a:p>
          <a:r>
            <a:rPr lang="en-US"/>
            <a:t>Enable</a:t>
          </a:r>
        </a:p>
      </dgm:t>
    </dgm:pt>
    <dgm:pt modelId="{61D09A44-7A10-4792-A178-BCA9C4E176F6}" type="parTrans" cxnId="{47256F00-FC32-4FF5-97D0-5FED684F4695}">
      <dgm:prSet/>
      <dgm:spPr/>
      <dgm:t>
        <a:bodyPr/>
        <a:lstStyle/>
        <a:p>
          <a:endParaRPr lang="en-US"/>
        </a:p>
      </dgm:t>
    </dgm:pt>
    <dgm:pt modelId="{DB5C68D4-D972-4540-B5EE-20AE224C69FE}" type="sibTrans" cxnId="{47256F00-FC32-4FF5-97D0-5FED684F4695}">
      <dgm:prSet/>
      <dgm:spPr/>
      <dgm:t>
        <a:bodyPr/>
        <a:lstStyle/>
        <a:p>
          <a:endParaRPr lang="en-US"/>
        </a:p>
      </dgm:t>
    </dgm:pt>
    <dgm:pt modelId="{6AE05E57-9E5B-4D4C-A4C8-A91E99C700E4}">
      <dgm:prSet/>
      <dgm:spPr/>
      <dgm:t>
        <a:bodyPr/>
        <a:lstStyle/>
        <a:p>
          <a:r>
            <a:rPr lang="en-US"/>
            <a:t>Enable detailed audit logging.</a:t>
          </a:r>
        </a:p>
      </dgm:t>
    </dgm:pt>
    <dgm:pt modelId="{367654F3-3B49-41D8-80E8-C4AB1A197AA2}" type="parTrans" cxnId="{487F98E9-0C5F-4480-8F3F-00F7D6A7C31A}">
      <dgm:prSet/>
      <dgm:spPr/>
      <dgm:t>
        <a:bodyPr/>
        <a:lstStyle/>
        <a:p>
          <a:endParaRPr lang="en-US"/>
        </a:p>
      </dgm:t>
    </dgm:pt>
    <dgm:pt modelId="{D6296B36-FA2A-4C32-ABA3-B24883A775D4}" type="sibTrans" cxnId="{487F98E9-0C5F-4480-8F3F-00F7D6A7C31A}">
      <dgm:prSet/>
      <dgm:spPr/>
      <dgm:t>
        <a:bodyPr/>
        <a:lstStyle/>
        <a:p>
          <a:endParaRPr lang="en-US"/>
        </a:p>
      </dgm:t>
    </dgm:pt>
    <dgm:pt modelId="{77482421-9DEB-4A26-81B6-30A7617ABBDB}">
      <dgm:prSet/>
      <dgm:spPr/>
      <dgm:t>
        <a:bodyPr/>
        <a:lstStyle/>
        <a:p>
          <a:r>
            <a:rPr lang="en-US"/>
            <a:t>Monitor</a:t>
          </a:r>
        </a:p>
      </dgm:t>
    </dgm:pt>
    <dgm:pt modelId="{27160088-5437-453E-AEAF-42A658A9E95A}" type="parTrans" cxnId="{EC3B8782-5B59-4646-98FB-D7CF60726EFD}">
      <dgm:prSet/>
      <dgm:spPr/>
      <dgm:t>
        <a:bodyPr/>
        <a:lstStyle/>
        <a:p>
          <a:endParaRPr lang="en-US"/>
        </a:p>
      </dgm:t>
    </dgm:pt>
    <dgm:pt modelId="{59CC3C43-D9FC-4600-97DA-6FCC12F8AB4A}" type="sibTrans" cxnId="{EC3B8782-5B59-4646-98FB-D7CF60726EFD}">
      <dgm:prSet/>
      <dgm:spPr/>
      <dgm:t>
        <a:bodyPr/>
        <a:lstStyle/>
        <a:p>
          <a:endParaRPr lang="en-US"/>
        </a:p>
      </dgm:t>
    </dgm:pt>
    <dgm:pt modelId="{9BD4D4A5-02CA-4A63-BA09-84069338E9C0}">
      <dgm:prSet/>
      <dgm:spPr/>
      <dgm:t>
        <a:bodyPr/>
        <a:lstStyle/>
        <a:p>
          <a:r>
            <a:rPr lang="en-US"/>
            <a:t>Monitor for unusual access activity.</a:t>
          </a:r>
        </a:p>
      </dgm:t>
    </dgm:pt>
    <dgm:pt modelId="{EC0EAE4C-5033-48A9-AA00-2AE9A08052B8}" type="parTrans" cxnId="{252A3F64-85AC-467F-B027-CBC016F3C178}">
      <dgm:prSet/>
      <dgm:spPr/>
      <dgm:t>
        <a:bodyPr/>
        <a:lstStyle/>
        <a:p>
          <a:endParaRPr lang="en-US"/>
        </a:p>
      </dgm:t>
    </dgm:pt>
    <dgm:pt modelId="{3CB78DB7-B278-4117-8276-545DAF0CF950}" type="sibTrans" cxnId="{252A3F64-85AC-467F-B027-CBC016F3C178}">
      <dgm:prSet/>
      <dgm:spPr/>
      <dgm:t>
        <a:bodyPr/>
        <a:lstStyle/>
        <a:p>
          <a:endParaRPr lang="en-US"/>
        </a:p>
      </dgm:t>
    </dgm:pt>
    <dgm:pt modelId="{4DBB4838-3D4E-4E47-B073-D3727C5822C4}">
      <dgm:prSet/>
      <dgm:spPr/>
      <dgm:t>
        <a:bodyPr/>
        <a:lstStyle/>
        <a:p>
          <a:r>
            <a:rPr lang="en-US"/>
            <a:t>Perform</a:t>
          </a:r>
        </a:p>
      </dgm:t>
    </dgm:pt>
    <dgm:pt modelId="{46312BB6-9BF7-4E1B-847D-03720BEACA2F}" type="parTrans" cxnId="{FAF629AC-403D-4095-8684-E0CAE8E11E8D}">
      <dgm:prSet/>
      <dgm:spPr/>
      <dgm:t>
        <a:bodyPr/>
        <a:lstStyle/>
        <a:p>
          <a:endParaRPr lang="en-US"/>
        </a:p>
      </dgm:t>
    </dgm:pt>
    <dgm:pt modelId="{6703E180-219F-4457-B08B-C767C592FD15}" type="sibTrans" cxnId="{FAF629AC-403D-4095-8684-E0CAE8E11E8D}">
      <dgm:prSet/>
      <dgm:spPr/>
      <dgm:t>
        <a:bodyPr/>
        <a:lstStyle/>
        <a:p>
          <a:endParaRPr lang="en-US"/>
        </a:p>
      </dgm:t>
    </dgm:pt>
    <dgm:pt modelId="{FD7BD5A5-8969-46BE-9128-000F1E0E5AFE}">
      <dgm:prSet/>
      <dgm:spPr/>
      <dgm:t>
        <a:bodyPr/>
        <a:lstStyle/>
        <a:p>
          <a:r>
            <a:rPr lang="en-US"/>
            <a:t>Perform periodic repository security audits.</a:t>
          </a:r>
        </a:p>
      </dgm:t>
    </dgm:pt>
    <dgm:pt modelId="{033F20B5-C6CA-4250-AD37-892BA94C586C}" type="parTrans" cxnId="{3EA8C4C3-9DCB-4560-82C2-CC1E5325AFC3}">
      <dgm:prSet/>
      <dgm:spPr/>
      <dgm:t>
        <a:bodyPr/>
        <a:lstStyle/>
        <a:p>
          <a:endParaRPr lang="en-US"/>
        </a:p>
      </dgm:t>
    </dgm:pt>
    <dgm:pt modelId="{D9575D35-BF48-44C0-B339-B686670EB77C}" type="sibTrans" cxnId="{3EA8C4C3-9DCB-4560-82C2-CC1E5325AFC3}">
      <dgm:prSet/>
      <dgm:spPr/>
      <dgm:t>
        <a:bodyPr/>
        <a:lstStyle/>
        <a:p>
          <a:endParaRPr lang="en-US"/>
        </a:p>
      </dgm:t>
    </dgm:pt>
    <dgm:pt modelId="{323665F3-CB7D-4078-AE4E-56E0C66561E6}">
      <dgm:prSet/>
      <dgm:spPr/>
      <dgm:t>
        <a:bodyPr/>
        <a:lstStyle/>
        <a:p>
          <a:r>
            <a:rPr lang="en-US"/>
            <a:t>Review</a:t>
          </a:r>
        </a:p>
      </dgm:t>
    </dgm:pt>
    <dgm:pt modelId="{855DA808-2B58-4345-95BA-08E270536206}" type="parTrans" cxnId="{6B612094-5517-44ED-9636-08BC784BEDC3}">
      <dgm:prSet/>
      <dgm:spPr/>
      <dgm:t>
        <a:bodyPr/>
        <a:lstStyle/>
        <a:p>
          <a:endParaRPr lang="en-US"/>
        </a:p>
      </dgm:t>
    </dgm:pt>
    <dgm:pt modelId="{86879ADC-E10B-4070-97C9-CC55D88E5703}" type="sibTrans" cxnId="{6B612094-5517-44ED-9636-08BC784BEDC3}">
      <dgm:prSet/>
      <dgm:spPr/>
      <dgm:t>
        <a:bodyPr/>
        <a:lstStyle/>
        <a:p>
          <a:endParaRPr lang="en-US"/>
        </a:p>
      </dgm:t>
    </dgm:pt>
    <dgm:pt modelId="{33E82BE9-DD99-417F-9914-550CD14CB859}">
      <dgm:prSet/>
      <dgm:spPr/>
      <dgm:t>
        <a:bodyPr/>
        <a:lstStyle/>
        <a:p>
          <a:r>
            <a:rPr lang="en-US"/>
            <a:t>Review logs for compliance and incident response.</a:t>
          </a:r>
        </a:p>
      </dgm:t>
    </dgm:pt>
    <dgm:pt modelId="{D2168581-E43E-4424-90FF-0521A9DBF2D2}" type="parTrans" cxnId="{59E3839C-0AC4-481E-B9C5-5CC1D904D5CF}">
      <dgm:prSet/>
      <dgm:spPr/>
      <dgm:t>
        <a:bodyPr/>
        <a:lstStyle/>
        <a:p>
          <a:endParaRPr lang="en-US"/>
        </a:p>
      </dgm:t>
    </dgm:pt>
    <dgm:pt modelId="{6B781956-7861-4603-B3E1-A2D5AD955297}" type="sibTrans" cxnId="{59E3839C-0AC4-481E-B9C5-5CC1D904D5CF}">
      <dgm:prSet/>
      <dgm:spPr/>
      <dgm:t>
        <a:bodyPr/>
        <a:lstStyle/>
        <a:p>
          <a:endParaRPr lang="en-US"/>
        </a:p>
      </dgm:t>
    </dgm:pt>
    <dgm:pt modelId="{01DAC4C2-19E3-40B1-952E-DAAEAA52EA40}" type="pres">
      <dgm:prSet presAssocID="{F0403ABC-8196-4299-B89E-AFCE281A2A8C}" presName="Name0" presStyleCnt="0">
        <dgm:presLayoutVars>
          <dgm:dir/>
          <dgm:animLvl val="lvl"/>
          <dgm:resizeHandles val="exact"/>
        </dgm:presLayoutVars>
      </dgm:prSet>
      <dgm:spPr/>
    </dgm:pt>
    <dgm:pt modelId="{0DE26AE4-388D-4519-B437-445A42674BB1}" type="pres">
      <dgm:prSet presAssocID="{30DB15B2-F78C-4EFD-B719-D7D3F5A254CC}" presName="linNode" presStyleCnt="0"/>
      <dgm:spPr/>
    </dgm:pt>
    <dgm:pt modelId="{3A7A4965-740C-4A08-A778-38A1F919F545}" type="pres">
      <dgm:prSet presAssocID="{30DB15B2-F78C-4EFD-B719-D7D3F5A254CC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BE1F942D-0E03-4389-8731-F0F561F1230B}" type="pres">
      <dgm:prSet presAssocID="{30DB15B2-F78C-4EFD-B719-D7D3F5A254CC}" presName="descendantText" presStyleLbl="alignAccFollowNode1" presStyleIdx="0" presStyleCnt="4">
        <dgm:presLayoutVars>
          <dgm:bulletEnabled/>
        </dgm:presLayoutVars>
      </dgm:prSet>
      <dgm:spPr/>
    </dgm:pt>
    <dgm:pt modelId="{AA3B5549-23A6-4D87-BFF6-98376F40E826}" type="pres">
      <dgm:prSet presAssocID="{DB5C68D4-D972-4540-B5EE-20AE224C69FE}" presName="sp" presStyleCnt="0"/>
      <dgm:spPr/>
    </dgm:pt>
    <dgm:pt modelId="{47CA0A76-6E0D-4ADA-9319-0D54618176DB}" type="pres">
      <dgm:prSet presAssocID="{77482421-9DEB-4A26-81B6-30A7617ABBDB}" presName="linNode" presStyleCnt="0"/>
      <dgm:spPr/>
    </dgm:pt>
    <dgm:pt modelId="{2601E10D-84CE-470D-BEF3-A93A9DF594E8}" type="pres">
      <dgm:prSet presAssocID="{77482421-9DEB-4A26-81B6-30A7617ABBDB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F8BD1653-7DA3-4564-92F0-405BC8A11758}" type="pres">
      <dgm:prSet presAssocID="{77482421-9DEB-4A26-81B6-30A7617ABBDB}" presName="descendantText" presStyleLbl="alignAccFollowNode1" presStyleIdx="1" presStyleCnt="4">
        <dgm:presLayoutVars>
          <dgm:bulletEnabled/>
        </dgm:presLayoutVars>
      </dgm:prSet>
      <dgm:spPr/>
    </dgm:pt>
    <dgm:pt modelId="{55F91890-EA49-4D4C-89BC-79DFAB48F34C}" type="pres">
      <dgm:prSet presAssocID="{59CC3C43-D9FC-4600-97DA-6FCC12F8AB4A}" presName="sp" presStyleCnt="0"/>
      <dgm:spPr/>
    </dgm:pt>
    <dgm:pt modelId="{DA3C20E8-3AEE-4DE5-9169-E79DEEE12CEE}" type="pres">
      <dgm:prSet presAssocID="{4DBB4838-3D4E-4E47-B073-D3727C5822C4}" presName="linNode" presStyleCnt="0"/>
      <dgm:spPr/>
    </dgm:pt>
    <dgm:pt modelId="{2D6B0594-3CE7-48E9-93DF-C8AD1FE03DF6}" type="pres">
      <dgm:prSet presAssocID="{4DBB4838-3D4E-4E47-B073-D3727C5822C4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D396D696-C0A6-476F-AD1B-B5474D4F7D05}" type="pres">
      <dgm:prSet presAssocID="{4DBB4838-3D4E-4E47-B073-D3727C5822C4}" presName="descendantText" presStyleLbl="alignAccFollowNode1" presStyleIdx="2" presStyleCnt="4">
        <dgm:presLayoutVars>
          <dgm:bulletEnabled/>
        </dgm:presLayoutVars>
      </dgm:prSet>
      <dgm:spPr/>
    </dgm:pt>
    <dgm:pt modelId="{8EA6F6DE-BE7C-4C10-8E70-D4FF9776687A}" type="pres">
      <dgm:prSet presAssocID="{6703E180-219F-4457-B08B-C767C592FD15}" presName="sp" presStyleCnt="0"/>
      <dgm:spPr/>
    </dgm:pt>
    <dgm:pt modelId="{A66F3129-AF93-4663-86EE-FFFECEDE490D}" type="pres">
      <dgm:prSet presAssocID="{323665F3-CB7D-4078-AE4E-56E0C66561E6}" presName="linNode" presStyleCnt="0"/>
      <dgm:spPr/>
    </dgm:pt>
    <dgm:pt modelId="{7BBD5DD4-169B-4326-B375-8AF9079E7C83}" type="pres">
      <dgm:prSet presAssocID="{323665F3-CB7D-4078-AE4E-56E0C66561E6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13DC310A-23F0-413E-BC00-887591FEC101}" type="pres">
      <dgm:prSet presAssocID="{323665F3-CB7D-4078-AE4E-56E0C66561E6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47256F00-FC32-4FF5-97D0-5FED684F4695}" srcId="{F0403ABC-8196-4299-B89E-AFCE281A2A8C}" destId="{30DB15B2-F78C-4EFD-B719-D7D3F5A254CC}" srcOrd="0" destOrd="0" parTransId="{61D09A44-7A10-4792-A178-BCA9C4E176F6}" sibTransId="{DB5C68D4-D972-4540-B5EE-20AE224C69FE}"/>
    <dgm:cxn modelId="{CD7F7903-0232-44EC-B5C1-ED9D5BB4D214}" type="presOf" srcId="{6AE05E57-9E5B-4D4C-A4C8-A91E99C700E4}" destId="{BE1F942D-0E03-4389-8731-F0F561F1230B}" srcOrd="0" destOrd="0" presId="urn:microsoft.com/office/officeart/2016/7/layout/VerticalSolidActionList"/>
    <dgm:cxn modelId="{196BAA27-AF2C-4F70-BE11-737CFC52173E}" type="presOf" srcId="{30DB15B2-F78C-4EFD-B719-D7D3F5A254CC}" destId="{3A7A4965-740C-4A08-A778-38A1F919F545}" srcOrd="0" destOrd="0" presId="urn:microsoft.com/office/officeart/2016/7/layout/VerticalSolidActionList"/>
    <dgm:cxn modelId="{3229BF2B-91B4-489F-9B33-5C825EAB233B}" type="presOf" srcId="{4DBB4838-3D4E-4E47-B073-D3727C5822C4}" destId="{2D6B0594-3CE7-48E9-93DF-C8AD1FE03DF6}" srcOrd="0" destOrd="0" presId="urn:microsoft.com/office/officeart/2016/7/layout/VerticalSolidActionList"/>
    <dgm:cxn modelId="{2CDB323D-FB6E-4A81-BAFE-763FBF83BE60}" type="presOf" srcId="{F0403ABC-8196-4299-B89E-AFCE281A2A8C}" destId="{01DAC4C2-19E3-40B1-952E-DAAEAA52EA40}" srcOrd="0" destOrd="0" presId="urn:microsoft.com/office/officeart/2016/7/layout/VerticalSolidActionList"/>
    <dgm:cxn modelId="{69B6C33F-016F-4917-845B-5DEF9267406C}" type="presOf" srcId="{9BD4D4A5-02CA-4A63-BA09-84069338E9C0}" destId="{F8BD1653-7DA3-4564-92F0-405BC8A11758}" srcOrd="0" destOrd="0" presId="urn:microsoft.com/office/officeart/2016/7/layout/VerticalSolidActionList"/>
    <dgm:cxn modelId="{252A3F64-85AC-467F-B027-CBC016F3C178}" srcId="{77482421-9DEB-4A26-81B6-30A7617ABBDB}" destId="{9BD4D4A5-02CA-4A63-BA09-84069338E9C0}" srcOrd="0" destOrd="0" parTransId="{EC0EAE4C-5033-48A9-AA00-2AE9A08052B8}" sibTransId="{3CB78DB7-B278-4117-8276-545DAF0CF950}"/>
    <dgm:cxn modelId="{64D7AE72-99CC-4E57-B26C-27D4A04F6652}" type="presOf" srcId="{FD7BD5A5-8969-46BE-9128-000F1E0E5AFE}" destId="{D396D696-C0A6-476F-AD1B-B5474D4F7D05}" srcOrd="0" destOrd="0" presId="urn:microsoft.com/office/officeart/2016/7/layout/VerticalSolidActionList"/>
    <dgm:cxn modelId="{EC3B8782-5B59-4646-98FB-D7CF60726EFD}" srcId="{F0403ABC-8196-4299-B89E-AFCE281A2A8C}" destId="{77482421-9DEB-4A26-81B6-30A7617ABBDB}" srcOrd="1" destOrd="0" parTransId="{27160088-5437-453E-AEAF-42A658A9E95A}" sibTransId="{59CC3C43-D9FC-4600-97DA-6FCC12F8AB4A}"/>
    <dgm:cxn modelId="{69411888-F909-4A8A-9569-D726A70445CF}" type="presOf" srcId="{323665F3-CB7D-4078-AE4E-56E0C66561E6}" destId="{7BBD5DD4-169B-4326-B375-8AF9079E7C83}" srcOrd="0" destOrd="0" presId="urn:microsoft.com/office/officeart/2016/7/layout/VerticalSolidActionList"/>
    <dgm:cxn modelId="{6B612094-5517-44ED-9636-08BC784BEDC3}" srcId="{F0403ABC-8196-4299-B89E-AFCE281A2A8C}" destId="{323665F3-CB7D-4078-AE4E-56E0C66561E6}" srcOrd="3" destOrd="0" parTransId="{855DA808-2B58-4345-95BA-08E270536206}" sibTransId="{86879ADC-E10B-4070-97C9-CC55D88E5703}"/>
    <dgm:cxn modelId="{59E3839C-0AC4-481E-B9C5-5CC1D904D5CF}" srcId="{323665F3-CB7D-4078-AE4E-56E0C66561E6}" destId="{33E82BE9-DD99-417F-9914-550CD14CB859}" srcOrd="0" destOrd="0" parTransId="{D2168581-E43E-4424-90FF-0521A9DBF2D2}" sibTransId="{6B781956-7861-4603-B3E1-A2D5AD955297}"/>
    <dgm:cxn modelId="{FAF629AC-403D-4095-8684-E0CAE8E11E8D}" srcId="{F0403ABC-8196-4299-B89E-AFCE281A2A8C}" destId="{4DBB4838-3D4E-4E47-B073-D3727C5822C4}" srcOrd="2" destOrd="0" parTransId="{46312BB6-9BF7-4E1B-847D-03720BEACA2F}" sibTransId="{6703E180-219F-4457-B08B-C767C592FD15}"/>
    <dgm:cxn modelId="{975584B9-BF80-4787-AACF-6570DE0456D7}" type="presOf" srcId="{77482421-9DEB-4A26-81B6-30A7617ABBDB}" destId="{2601E10D-84CE-470D-BEF3-A93A9DF594E8}" srcOrd="0" destOrd="0" presId="urn:microsoft.com/office/officeart/2016/7/layout/VerticalSolidActionList"/>
    <dgm:cxn modelId="{3EA8C4C3-9DCB-4560-82C2-CC1E5325AFC3}" srcId="{4DBB4838-3D4E-4E47-B073-D3727C5822C4}" destId="{FD7BD5A5-8969-46BE-9128-000F1E0E5AFE}" srcOrd="0" destOrd="0" parTransId="{033F20B5-C6CA-4250-AD37-892BA94C586C}" sibTransId="{D9575D35-BF48-44C0-B339-B686670EB77C}"/>
    <dgm:cxn modelId="{487F98E9-0C5F-4480-8F3F-00F7D6A7C31A}" srcId="{30DB15B2-F78C-4EFD-B719-D7D3F5A254CC}" destId="{6AE05E57-9E5B-4D4C-A4C8-A91E99C700E4}" srcOrd="0" destOrd="0" parTransId="{367654F3-3B49-41D8-80E8-C4AB1A197AA2}" sibTransId="{D6296B36-FA2A-4C32-ABA3-B24883A775D4}"/>
    <dgm:cxn modelId="{7EB09AFF-BB1C-43A6-9388-EB6D84D48519}" type="presOf" srcId="{33E82BE9-DD99-417F-9914-550CD14CB859}" destId="{13DC310A-23F0-413E-BC00-887591FEC101}" srcOrd="0" destOrd="0" presId="urn:microsoft.com/office/officeart/2016/7/layout/VerticalSolidActionList"/>
    <dgm:cxn modelId="{52974859-5C89-4F9E-9C1C-07B0E432CB44}" type="presParOf" srcId="{01DAC4C2-19E3-40B1-952E-DAAEAA52EA40}" destId="{0DE26AE4-388D-4519-B437-445A42674BB1}" srcOrd="0" destOrd="0" presId="urn:microsoft.com/office/officeart/2016/7/layout/VerticalSolidActionList"/>
    <dgm:cxn modelId="{94237E32-D98C-4A53-A33A-2E8817BA0D44}" type="presParOf" srcId="{0DE26AE4-388D-4519-B437-445A42674BB1}" destId="{3A7A4965-740C-4A08-A778-38A1F919F545}" srcOrd="0" destOrd="0" presId="urn:microsoft.com/office/officeart/2016/7/layout/VerticalSolidActionList"/>
    <dgm:cxn modelId="{5A1FC03C-0199-405E-9148-F679EAD978AE}" type="presParOf" srcId="{0DE26AE4-388D-4519-B437-445A42674BB1}" destId="{BE1F942D-0E03-4389-8731-F0F561F1230B}" srcOrd="1" destOrd="0" presId="urn:microsoft.com/office/officeart/2016/7/layout/VerticalSolidActionList"/>
    <dgm:cxn modelId="{D5C482AE-08A6-42A5-B388-C450F22284FA}" type="presParOf" srcId="{01DAC4C2-19E3-40B1-952E-DAAEAA52EA40}" destId="{AA3B5549-23A6-4D87-BFF6-98376F40E826}" srcOrd="1" destOrd="0" presId="urn:microsoft.com/office/officeart/2016/7/layout/VerticalSolidActionList"/>
    <dgm:cxn modelId="{13C08DA6-B9BE-4AE1-995C-2A168CD85714}" type="presParOf" srcId="{01DAC4C2-19E3-40B1-952E-DAAEAA52EA40}" destId="{47CA0A76-6E0D-4ADA-9319-0D54618176DB}" srcOrd="2" destOrd="0" presId="urn:microsoft.com/office/officeart/2016/7/layout/VerticalSolidActionList"/>
    <dgm:cxn modelId="{D1D04F6C-36D9-4DBA-AD7E-7E8C0671180A}" type="presParOf" srcId="{47CA0A76-6E0D-4ADA-9319-0D54618176DB}" destId="{2601E10D-84CE-470D-BEF3-A93A9DF594E8}" srcOrd="0" destOrd="0" presId="urn:microsoft.com/office/officeart/2016/7/layout/VerticalSolidActionList"/>
    <dgm:cxn modelId="{68E2A2CF-72A9-4C2A-8C6A-EF35985B510A}" type="presParOf" srcId="{47CA0A76-6E0D-4ADA-9319-0D54618176DB}" destId="{F8BD1653-7DA3-4564-92F0-405BC8A11758}" srcOrd="1" destOrd="0" presId="urn:microsoft.com/office/officeart/2016/7/layout/VerticalSolidActionList"/>
    <dgm:cxn modelId="{CEF62D92-93CA-4798-82C9-2130974F8415}" type="presParOf" srcId="{01DAC4C2-19E3-40B1-952E-DAAEAA52EA40}" destId="{55F91890-EA49-4D4C-89BC-79DFAB48F34C}" srcOrd="3" destOrd="0" presId="urn:microsoft.com/office/officeart/2016/7/layout/VerticalSolidActionList"/>
    <dgm:cxn modelId="{3C83B61D-0EB7-474B-B5B4-4A3A9C41C4FF}" type="presParOf" srcId="{01DAC4C2-19E3-40B1-952E-DAAEAA52EA40}" destId="{DA3C20E8-3AEE-4DE5-9169-E79DEEE12CEE}" srcOrd="4" destOrd="0" presId="urn:microsoft.com/office/officeart/2016/7/layout/VerticalSolidActionList"/>
    <dgm:cxn modelId="{A95D36E1-AF32-4F89-B5C8-C784D801FCB7}" type="presParOf" srcId="{DA3C20E8-3AEE-4DE5-9169-E79DEEE12CEE}" destId="{2D6B0594-3CE7-48E9-93DF-C8AD1FE03DF6}" srcOrd="0" destOrd="0" presId="urn:microsoft.com/office/officeart/2016/7/layout/VerticalSolidActionList"/>
    <dgm:cxn modelId="{BB4F8500-67B4-4F60-B30F-AA4E899649CD}" type="presParOf" srcId="{DA3C20E8-3AEE-4DE5-9169-E79DEEE12CEE}" destId="{D396D696-C0A6-476F-AD1B-B5474D4F7D05}" srcOrd="1" destOrd="0" presId="urn:microsoft.com/office/officeart/2016/7/layout/VerticalSolidActionList"/>
    <dgm:cxn modelId="{41B8467D-625D-49BC-839C-118DE72C5A7E}" type="presParOf" srcId="{01DAC4C2-19E3-40B1-952E-DAAEAA52EA40}" destId="{8EA6F6DE-BE7C-4C10-8E70-D4FF9776687A}" srcOrd="5" destOrd="0" presId="urn:microsoft.com/office/officeart/2016/7/layout/VerticalSolidActionList"/>
    <dgm:cxn modelId="{339C03FB-52B7-4771-A5CE-8513DDA88253}" type="presParOf" srcId="{01DAC4C2-19E3-40B1-952E-DAAEAA52EA40}" destId="{A66F3129-AF93-4663-86EE-FFFECEDE490D}" srcOrd="6" destOrd="0" presId="urn:microsoft.com/office/officeart/2016/7/layout/VerticalSolidActionList"/>
    <dgm:cxn modelId="{2F4E418F-AA6C-49A1-AD47-72EBA435B069}" type="presParOf" srcId="{A66F3129-AF93-4663-86EE-FFFECEDE490D}" destId="{7BBD5DD4-169B-4326-B375-8AF9079E7C83}" srcOrd="0" destOrd="0" presId="urn:microsoft.com/office/officeart/2016/7/layout/VerticalSolidActionList"/>
    <dgm:cxn modelId="{1A5CEDF7-08EA-4295-8E6A-EE69CDB0E7FB}" type="presParOf" srcId="{A66F3129-AF93-4663-86EE-FFFECEDE490D}" destId="{13DC310A-23F0-413E-BC00-887591FEC10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8EA47B-4781-4387-BB2C-95D1B47E10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5343CB-0055-416D-A516-B3CE38ED6953}">
      <dgm:prSet/>
      <dgm:spPr/>
      <dgm:t>
        <a:bodyPr/>
        <a:lstStyle/>
        <a:p>
          <a:r>
            <a:rPr lang="en-US"/>
            <a:t>Perform regular repository backups.</a:t>
          </a:r>
        </a:p>
      </dgm:t>
    </dgm:pt>
    <dgm:pt modelId="{45273DF2-8A76-4648-89C1-6480F2FD435B}" type="parTrans" cxnId="{5A141485-8E07-4AEC-B41D-A8A7AB4D4226}">
      <dgm:prSet/>
      <dgm:spPr/>
      <dgm:t>
        <a:bodyPr/>
        <a:lstStyle/>
        <a:p>
          <a:endParaRPr lang="en-US"/>
        </a:p>
      </dgm:t>
    </dgm:pt>
    <dgm:pt modelId="{561C11F4-2AAE-4BB8-BFEB-50565E75F559}" type="sibTrans" cxnId="{5A141485-8E07-4AEC-B41D-A8A7AB4D4226}">
      <dgm:prSet/>
      <dgm:spPr/>
      <dgm:t>
        <a:bodyPr/>
        <a:lstStyle/>
        <a:p>
          <a:endParaRPr lang="en-US"/>
        </a:p>
      </dgm:t>
    </dgm:pt>
    <dgm:pt modelId="{6F9ACEB3-A1F6-4029-9990-A84F4738185E}">
      <dgm:prSet/>
      <dgm:spPr/>
      <dgm:t>
        <a:bodyPr/>
        <a:lstStyle/>
        <a:p>
          <a:r>
            <a:rPr lang="en-US"/>
            <a:t>Test restoration procedures periodically.</a:t>
          </a:r>
        </a:p>
      </dgm:t>
    </dgm:pt>
    <dgm:pt modelId="{D4883AB2-102E-485E-94C2-1B5DE18AD448}" type="parTrans" cxnId="{82D87CAC-6B0A-49D3-BC97-70AD7B91D099}">
      <dgm:prSet/>
      <dgm:spPr/>
      <dgm:t>
        <a:bodyPr/>
        <a:lstStyle/>
        <a:p>
          <a:endParaRPr lang="en-US"/>
        </a:p>
      </dgm:t>
    </dgm:pt>
    <dgm:pt modelId="{F4881ED2-E5A4-41D3-A925-22902F85F454}" type="sibTrans" cxnId="{82D87CAC-6B0A-49D3-BC97-70AD7B91D099}">
      <dgm:prSet/>
      <dgm:spPr/>
      <dgm:t>
        <a:bodyPr/>
        <a:lstStyle/>
        <a:p>
          <a:endParaRPr lang="en-US"/>
        </a:p>
      </dgm:t>
    </dgm:pt>
    <dgm:pt modelId="{5668473D-FCE8-4E3E-B810-C8AA871E4CAA}">
      <dgm:prSet/>
      <dgm:spPr/>
      <dgm:t>
        <a:bodyPr/>
        <a:lstStyle/>
        <a:p>
          <a:r>
            <a:rPr lang="en-US" dirty="0"/>
            <a:t>Maintain immutable history where possible.</a:t>
          </a:r>
        </a:p>
      </dgm:t>
    </dgm:pt>
    <dgm:pt modelId="{0EB8EB5E-B946-4EDA-B2EE-E1C0E63E0E2B}" type="parTrans" cxnId="{7D7FB600-4EAE-4F02-9EDD-E9212AD15D86}">
      <dgm:prSet/>
      <dgm:spPr/>
      <dgm:t>
        <a:bodyPr/>
        <a:lstStyle/>
        <a:p>
          <a:endParaRPr lang="en-US"/>
        </a:p>
      </dgm:t>
    </dgm:pt>
    <dgm:pt modelId="{471D640A-4755-49E2-A90E-5B3915CF91D3}" type="sibTrans" cxnId="{7D7FB600-4EAE-4F02-9EDD-E9212AD15D86}">
      <dgm:prSet/>
      <dgm:spPr/>
      <dgm:t>
        <a:bodyPr/>
        <a:lstStyle/>
        <a:p>
          <a:endParaRPr lang="en-US"/>
        </a:p>
      </dgm:t>
    </dgm:pt>
    <dgm:pt modelId="{D6396515-F615-464B-9AB2-9FB6EFDAEF90}">
      <dgm:prSet/>
      <dgm:spPr/>
      <dgm:t>
        <a:bodyPr/>
        <a:lstStyle/>
        <a:p>
          <a:r>
            <a:rPr lang="en-US"/>
            <a:t>Ensure backup storage is securely configured.</a:t>
          </a:r>
        </a:p>
      </dgm:t>
    </dgm:pt>
    <dgm:pt modelId="{2018D154-7FCE-4308-86C7-B065CA0EE18C}" type="parTrans" cxnId="{BA4102B0-7C11-49CE-A779-DA8728AEF40B}">
      <dgm:prSet/>
      <dgm:spPr/>
      <dgm:t>
        <a:bodyPr/>
        <a:lstStyle/>
        <a:p>
          <a:endParaRPr lang="en-US"/>
        </a:p>
      </dgm:t>
    </dgm:pt>
    <dgm:pt modelId="{2D874ADE-8D98-4AAA-90DD-17D5CA6FAEB0}" type="sibTrans" cxnId="{BA4102B0-7C11-49CE-A779-DA8728AEF40B}">
      <dgm:prSet/>
      <dgm:spPr/>
      <dgm:t>
        <a:bodyPr/>
        <a:lstStyle/>
        <a:p>
          <a:endParaRPr lang="en-US"/>
        </a:p>
      </dgm:t>
    </dgm:pt>
    <dgm:pt modelId="{9EC09035-127D-4C58-B31C-075BFEF4FD67}" type="pres">
      <dgm:prSet presAssocID="{B78EA47B-4781-4387-BB2C-95D1B47E107D}" presName="root" presStyleCnt="0">
        <dgm:presLayoutVars>
          <dgm:dir/>
          <dgm:resizeHandles val="exact"/>
        </dgm:presLayoutVars>
      </dgm:prSet>
      <dgm:spPr/>
    </dgm:pt>
    <dgm:pt modelId="{0273B1F9-B017-4469-A386-6FEAAFDCB13A}" type="pres">
      <dgm:prSet presAssocID="{035343CB-0055-416D-A516-B3CE38ED6953}" presName="compNode" presStyleCnt="0"/>
      <dgm:spPr/>
    </dgm:pt>
    <dgm:pt modelId="{465B5BD8-D8FD-4821-B49F-9F8F8DD5B005}" type="pres">
      <dgm:prSet presAssocID="{035343CB-0055-416D-A516-B3CE38ED6953}" presName="bgRect" presStyleLbl="bgShp" presStyleIdx="0" presStyleCnt="4"/>
      <dgm:spPr/>
    </dgm:pt>
    <dgm:pt modelId="{E7EB50CD-7260-4E63-9A6F-7358E779EB6F}" type="pres">
      <dgm:prSet presAssocID="{035343CB-0055-416D-A516-B3CE38ED695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BD276D0-6BE7-4BA3-9195-BB1BA5A9159C}" type="pres">
      <dgm:prSet presAssocID="{035343CB-0055-416D-A516-B3CE38ED6953}" presName="spaceRect" presStyleCnt="0"/>
      <dgm:spPr/>
    </dgm:pt>
    <dgm:pt modelId="{58D27071-6244-49D9-916F-236551BD57DF}" type="pres">
      <dgm:prSet presAssocID="{035343CB-0055-416D-A516-B3CE38ED6953}" presName="parTx" presStyleLbl="revTx" presStyleIdx="0" presStyleCnt="4">
        <dgm:presLayoutVars>
          <dgm:chMax val="0"/>
          <dgm:chPref val="0"/>
        </dgm:presLayoutVars>
      </dgm:prSet>
      <dgm:spPr/>
    </dgm:pt>
    <dgm:pt modelId="{6E02FF97-6961-4760-8571-3FE630788BD8}" type="pres">
      <dgm:prSet presAssocID="{561C11F4-2AAE-4BB8-BFEB-50565E75F559}" presName="sibTrans" presStyleCnt="0"/>
      <dgm:spPr/>
    </dgm:pt>
    <dgm:pt modelId="{766924C2-0B33-4DB9-9CF5-A8D57F45D5DB}" type="pres">
      <dgm:prSet presAssocID="{6F9ACEB3-A1F6-4029-9990-A84F4738185E}" presName="compNode" presStyleCnt="0"/>
      <dgm:spPr/>
    </dgm:pt>
    <dgm:pt modelId="{E31C0B06-941B-4C7E-8FDB-A531AF72D0A0}" type="pres">
      <dgm:prSet presAssocID="{6F9ACEB3-A1F6-4029-9990-A84F4738185E}" presName="bgRect" presStyleLbl="bgShp" presStyleIdx="1" presStyleCnt="4"/>
      <dgm:spPr/>
    </dgm:pt>
    <dgm:pt modelId="{DD3376D8-9364-4068-85BC-78D221623689}" type="pres">
      <dgm:prSet presAssocID="{6F9ACEB3-A1F6-4029-9990-A84F4738185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  <dgm:pt modelId="{8544C990-D81A-4942-BF9A-C4A0A5B5CDA0}" type="pres">
      <dgm:prSet presAssocID="{6F9ACEB3-A1F6-4029-9990-A84F4738185E}" presName="spaceRect" presStyleCnt="0"/>
      <dgm:spPr/>
    </dgm:pt>
    <dgm:pt modelId="{FEF528D2-2BA8-44A5-9977-405ABF7C7B46}" type="pres">
      <dgm:prSet presAssocID="{6F9ACEB3-A1F6-4029-9990-A84F4738185E}" presName="parTx" presStyleLbl="revTx" presStyleIdx="1" presStyleCnt="4">
        <dgm:presLayoutVars>
          <dgm:chMax val="0"/>
          <dgm:chPref val="0"/>
        </dgm:presLayoutVars>
      </dgm:prSet>
      <dgm:spPr/>
    </dgm:pt>
    <dgm:pt modelId="{79F0DF04-94D7-497F-A737-881F1B9E5BBE}" type="pres">
      <dgm:prSet presAssocID="{F4881ED2-E5A4-41D3-A925-22902F85F454}" presName="sibTrans" presStyleCnt="0"/>
      <dgm:spPr/>
    </dgm:pt>
    <dgm:pt modelId="{5554EC26-733C-4C2F-80CE-75AF730D9584}" type="pres">
      <dgm:prSet presAssocID="{5668473D-FCE8-4E3E-B810-C8AA871E4CAA}" presName="compNode" presStyleCnt="0"/>
      <dgm:spPr/>
    </dgm:pt>
    <dgm:pt modelId="{F316FFA0-1FD6-445E-BD55-6F1DF6364FB7}" type="pres">
      <dgm:prSet presAssocID="{5668473D-FCE8-4E3E-B810-C8AA871E4CAA}" presName="bgRect" presStyleLbl="bgShp" presStyleIdx="2" presStyleCnt="4"/>
      <dgm:spPr/>
    </dgm:pt>
    <dgm:pt modelId="{E9E81A2D-38BE-4107-B8E5-0CAA164441B4}" type="pres">
      <dgm:prSet presAssocID="{5668473D-FCE8-4E3E-B810-C8AA871E4C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 with solid fill"/>
        </a:ext>
      </dgm:extLst>
    </dgm:pt>
    <dgm:pt modelId="{211A9D7E-4D24-4F8D-A4D9-0FF862A8595D}" type="pres">
      <dgm:prSet presAssocID="{5668473D-FCE8-4E3E-B810-C8AA871E4CAA}" presName="spaceRect" presStyleCnt="0"/>
      <dgm:spPr/>
    </dgm:pt>
    <dgm:pt modelId="{F8D77A94-D51D-49FF-A3A8-A8382D692DE2}" type="pres">
      <dgm:prSet presAssocID="{5668473D-FCE8-4E3E-B810-C8AA871E4CAA}" presName="parTx" presStyleLbl="revTx" presStyleIdx="2" presStyleCnt="4">
        <dgm:presLayoutVars>
          <dgm:chMax val="0"/>
          <dgm:chPref val="0"/>
        </dgm:presLayoutVars>
      </dgm:prSet>
      <dgm:spPr/>
    </dgm:pt>
    <dgm:pt modelId="{0AD56979-8C36-48C2-9259-2E8312AEB64B}" type="pres">
      <dgm:prSet presAssocID="{471D640A-4755-49E2-A90E-5B3915CF91D3}" presName="sibTrans" presStyleCnt="0"/>
      <dgm:spPr/>
    </dgm:pt>
    <dgm:pt modelId="{E2220120-FF8F-41FF-92FE-66DA851AF971}" type="pres">
      <dgm:prSet presAssocID="{D6396515-F615-464B-9AB2-9FB6EFDAEF90}" presName="compNode" presStyleCnt="0"/>
      <dgm:spPr/>
    </dgm:pt>
    <dgm:pt modelId="{7F6FEA12-DA96-42A3-855B-6E68300C2ED5}" type="pres">
      <dgm:prSet presAssocID="{D6396515-F615-464B-9AB2-9FB6EFDAEF90}" presName="bgRect" presStyleLbl="bgShp" presStyleIdx="3" presStyleCnt="4"/>
      <dgm:spPr/>
    </dgm:pt>
    <dgm:pt modelId="{E0AECC80-41F1-4D33-8BE0-058CDD60C7CB}" type="pres">
      <dgm:prSet presAssocID="{D6396515-F615-464B-9AB2-9FB6EFDAEF9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B1C9F9B-3250-4519-89FF-C3A5E644ECC1}" type="pres">
      <dgm:prSet presAssocID="{D6396515-F615-464B-9AB2-9FB6EFDAEF90}" presName="spaceRect" presStyleCnt="0"/>
      <dgm:spPr/>
    </dgm:pt>
    <dgm:pt modelId="{7CEF58D6-BCEF-44A4-8986-AA245CB7C046}" type="pres">
      <dgm:prSet presAssocID="{D6396515-F615-464B-9AB2-9FB6EFDAEF9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D7FB600-4EAE-4F02-9EDD-E9212AD15D86}" srcId="{B78EA47B-4781-4387-BB2C-95D1B47E107D}" destId="{5668473D-FCE8-4E3E-B810-C8AA871E4CAA}" srcOrd="2" destOrd="0" parTransId="{0EB8EB5E-B946-4EDA-B2EE-E1C0E63E0E2B}" sibTransId="{471D640A-4755-49E2-A90E-5B3915CF91D3}"/>
    <dgm:cxn modelId="{D8CAB44D-DF96-477E-8E71-C608E52DD993}" type="presOf" srcId="{B78EA47B-4781-4387-BB2C-95D1B47E107D}" destId="{9EC09035-127D-4C58-B31C-075BFEF4FD67}" srcOrd="0" destOrd="0" presId="urn:microsoft.com/office/officeart/2018/2/layout/IconVerticalSolidList"/>
    <dgm:cxn modelId="{9CBAD07E-EAAA-42EC-9212-508AF5B5C9B2}" type="presOf" srcId="{D6396515-F615-464B-9AB2-9FB6EFDAEF90}" destId="{7CEF58D6-BCEF-44A4-8986-AA245CB7C046}" srcOrd="0" destOrd="0" presId="urn:microsoft.com/office/officeart/2018/2/layout/IconVerticalSolidList"/>
    <dgm:cxn modelId="{5A141485-8E07-4AEC-B41D-A8A7AB4D4226}" srcId="{B78EA47B-4781-4387-BB2C-95D1B47E107D}" destId="{035343CB-0055-416D-A516-B3CE38ED6953}" srcOrd="0" destOrd="0" parTransId="{45273DF2-8A76-4648-89C1-6480F2FD435B}" sibTransId="{561C11F4-2AAE-4BB8-BFEB-50565E75F559}"/>
    <dgm:cxn modelId="{4A5FBB88-1B00-418E-864C-1DDDCF0FB57C}" type="presOf" srcId="{5668473D-FCE8-4E3E-B810-C8AA871E4CAA}" destId="{F8D77A94-D51D-49FF-A3A8-A8382D692DE2}" srcOrd="0" destOrd="0" presId="urn:microsoft.com/office/officeart/2018/2/layout/IconVerticalSolidList"/>
    <dgm:cxn modelId="{5871D989-2891-4DD0-9D4F-2E0C4EA37F0E}" type="presOf" srcId="{035343CB-0055-416D-A516-B3CE38ED6953}" destId="{58D27071-6244-49D9-916F-236551BD57DF}" srcOrd="0" destOrd="0" presId="urn:microsoft.com/office/officeart/2018/2/layout/IconVerticalSolidList"/>
    <dgm:cxn modelId="{82D87CAC-6B0A-49D3-BC97-70AD7B91D099}" srcId="{B78EA47B-4781-4387-BB2C-95D1B47E107D}" destId="{6F9ACEB3-A1F6-4029-9990-A84F4738185E}" srcOrd="1" destOrd="0" parTransId="{D4883AB2-102E-485E-94C2-1B5DE18AD448}" sibTransId="{F4881ED2-E5A4-41D3-A925-22902F85F454}"/>
    <dgm:cxn modelId="{BA4102B0-7C11-49CE-A779-DA8728AEF40B}" srcId="{B78EA47B-4781-4387-BB2C-95D1B47E107D}" destId="{D6396515-F615-464B-9AB2-9FB6EFDAEF90}" srcOrd="3" destOrd="0" parTransId="{2018D154-7FCE-4308-86C7-B065CA0EE18C}" sibTransId="{2D874ADE-8D98-4AAA-90DD-17D5CA6FAEB0}"/>
    <dgm:cxn modelId="{5A81D4FE-02CA-4F60-A5A6-70AD9595FD2C}" type="presOf" srcId="{6F9ACEB3-A1F6-4029-9990-A84F4738185E}" destId="{FEF528D2-2BA8-44A5-9977-405ABF7C7B46}" srcOrd="0" destOrd="0" presId="urn:microsoft.com/office/officeart/2018/2/layout/IconVerticalSolidList"/>
    <dgm:cxn modelId="{D4C07CCE-9C30-42B5-B82D-38CBE11693BD}" type="presParOf" srcId="{9EC09035-127D-4C58-B31C-075BFEF4FD67}" destId="{0273B1F9-B017-4469-A386-6FEAAFDCB13A}" srcOrd="0" destOrd="0" presId="urn:microsoft.com/office/officeart/2018/2/layout/IconVerticalSolidList"/>
    <dgm:cxn modelId="{9272CA14-DA4B-4C24-86E0-BEB0C5804505}" type="presParOf" srcId="{0273B1F9-B017-4469-A386-6FEAAFDCB13A}" destId="{465B5BD8-D8FD-4821-B49F-9F8F8DD5B005}" srcOrd="0" destOrd="0" presId="urn:microsoft.com/office/officeart/2018/2/layout/IconVerticalSolidList"/>
    <dgm:cxn modelId="{37070B19-5825-4E71-A4D7-29378A6D3414}" type="presParOf" srcId="{0273B1F9-B017-4469-A386-6FEAAFDCB13A}" destId="{E7EB50CD-7260-4E63-9A6F-7358E779EB6F}" srcOrd="1" destOrd="0" presId="urn:microsoft.com/office/officeart/2018/2/layout/IconVerticalSolidList"/>
    <dgm:cxn modelId="{48C408B7-86FE-498F-B1AF-2E48D61F1478}" type="presParOf" srcId="{0273B1F9-B017-4469-A386-6FEAAFDCB13A}" destId="{DBD276D0-6BE7-4BA3-9195-BB1BA5A9159C}" srcOrd="2" destOrd="0" presId="urn:microsoft.com/office/officeart/2018/2/layout/IconVerticalSolidList"/>
    <dgm:cxn modelId="{72E423E2-62F2-42C5-9A77-9FAB9290A3FD}" type="presParOf" srcId="{0273B1F9-B017-4469-A386-6FEAAFDCB13A}" destId="{58D27071-6244-49D9-916F-236551BD57DF}" srcOrd="3" destOrd="0" presId="urn:microsoft.com/office/officeart/2018/2/layout/IconVerticalSolidList"/>
    <dgm:cxn modelId="{6E2C989E-50F2-493A-8E1B-3E7BE3E4677E}" type="presParOf" srcId="{9EC09035-127D-4C58-B31C-075BFEF4FD67}" destId="{6E02FF97-6961-4760-8571-3FE630788BD8}" srcOrd="1" destOrd="0" presId="urn:microsoft.com/office/officeart/2018/2/layout/IconVerticalSolidList"/>
    <dgm:cxn modelId="{8C8F7C47-4617-46B2-97BB-5B48259C8AD6}" type="presParOf" srcId="{9EC09035-127D-4C58-B31C-075BFEF4FD67}" destId="{766924C2-0B33-4DB9-9CF5-A8D57F45D5DB}" srcOrd="2" destOrd="0" presId="urn:microsoft.com/office/officeart/2018/2/layout/IconVerticalSolidList"/>
    <dgm:cxn modelId="{0F436873-79C1-4A3C-AF2D-E4042D443D58}" type="presParOf" srcId="{766924C2-0B33-4DB9-9CF5-A8D57F45D5DB}" destId="{E31C0B06-941B-4C7E-8FDB-A531AF72D0A0}" srcOrd="0" destOrd="0" presId="urn:microsoft.com/office/officeart/2018/2/layout/IconVerticalSolidList"/>
    <dgm:cxn modelId="{1038A194-CBF1-4702-97F0-0C788B3754A6}" type="presParOf" srcId="{766924C2-0B33-4DB9-9CF5-A8D57F45D5DB}" destId="{DD3376D8-9364-4068-85BC-78D221623689}" srcOrd="1" destOrd="0" presId="urn:microsoft.com/office/officeart/2018/2/layout/IconVerticalSolidList"/>
    <dgm:cxn modelId="{50A83287-2C10-43EE-BEDD-33A69BA30B49}" type="presParOf" srcId="{766924C2-0B33-4DB9-9CF5-A8D57F45D5DB}" destId="{8544C990-D81A-4942-BF9A-C4A0A5B5CDA0}" srcOrd="2" destOrd="0" presId="urn:microsoft.com/office/officeart/2018/2/layout/IconVerticalSolidList"/>
    <dgm:cxn modelId="{C2EA22B3-ED4B-40DE-A023-595F79F1A930}" type="presParOf" srcId="{766924C2-0B33-4DB9-9CF5-A8D57F45D5DB}" destId="{FEF528D2-2BA8-44A5-9977-405ABF7C7B46}" srcOrd="3" destOrd="0" presId="urn:microsoft.com/office/officeart/2018/2/layout/IconVerticalSolidList"/>
    <dgm:cxn modelId="{954547EE-F68E-47AF-8C25-09D51EF0D432}" type="presParOf" srcId="{9EC09035-127D-4C58-B31C-075BFEF4FD67}" destId="{79F0DF04-94D7-497F-A737-881F1B9E5BBE}" srcOrd="3" destOrd="0" presId="urn:microsoft.com/office/officeart/2018/2/layout/IconVerticalSolidList"/>
    <dgm:cxn modelId="{E2E04AB8-8557-4A65-9E42-6231A4ADFD70}" type="presParOf" srcId="{9EC09035-127D-4C58-B31C-075BFEF4FD67}" destId="{5554EC26-733C-4C2F-80CE-75AF730D9584}" srcOrd="4" destOrd="0" presId="urn:microsoft.com/office/officeart/2018/2/layout/IconVerticalSolidList"/>
    <dgm:cxn modelId="{04C74208-5781-45BB-BFE8-FA16F9C6E0BF}" type="presParOf" srcId="{5554EC26-733C-4C2F-80CE-75AF730D9584}" destId="{F316FFA0-1FD6-445E-BD55-6F1DF6364FB7}" srcOrd="0" destOrd="0" presId="urn:microsoft.com/office/officeart/2018/2/layout/IconVerticalSolidList"/>
    <dgm:cxn modelId="{11DC60FD-E0D7-490C-9BBB-56283B36E51A}" type="presParOf" srcId="{5554EC26-733C-4C2F-80CE-75AF730D9584}" destId="{E9E81A2D-38BE-4107-B8E5-0CAA164441B4}" srcOrd="1" destOrd="0" presId="urn:microsoft.com/office/officeart/2018/2/layout/IconVerticalSolidList"/>
    <dgm:cxn modelId="{1EB91DB8-AE8C-4B8F-BD46-A17E0B156790}" type="presParOf" srcId="{5554EC26-733C-4C2F-80CE-75AF730D9584}" destId="{211A9D7E-4D24-4F8D-A4D9-0FF862A8595D}" srcOrd="2" destOrd="0" presId="urn:microsoft.com/office/officeart/2018/2/layout/IconVerticalSolidList"/>
    <dgm:cxn modelId="{8572F341-824A-4D09-8B3C-A99E23ACB7F9}" type="presParOf" srcId="{5554EC26-733C-4C2F-80CE-75AF730D9584}" destId="{F8D77A94-D51D-49FF-A3A8-A8382D692DE2}" srcOrd="3" destOrd="0" presId="urn:microsoft.com/office/officeart/2018/2/layout/IconVerticalSolidList"/>
    <dgm:cxn modelId="{45E7E624-4A1D-4231-8331-2071F5E4BB74}" type="presParOf" srcId="{9EC09035-127D-4C58-B31C-075BFEF4FD67}" destId="{0AD56979-8C36-48C2-9259-2E8312AEB64B}" srcOrd="5" destOrd="0" presId="urn:microsoft.com/office/officeart/2018/2/layout/IconVerticalSolidList"/>
    <dgm:cxn modelId="{024F3FA4-05E2-4F92-B83E-4DA385CC1EC9}" type="presParOf" srcId="{9EC09035-127D-4C58-B31C-075BFEF4FD67}" destId="{E2220120-FF8F-41FF-92FE-66DA851AF971}" srcOrd="6" destOrd="0" presId="urn:microsoft.com/office/officeart/2018/2/layout/IconVerticalSolidList"/>
    <dgm:cxn modelId="{348D9135-F711-438C-AEF4-E56D09A0126D}" type="presParOf" srcId="{E2220120-FF8F-41FF-92FE-66DA851AF971}" destId="{7F6FEA12-DA96-42A3-855B-6E68300C2ED5}" srcOrd="0" destOrd="0" presId="urn:microsoft.com/office/officeart/2018/2/layout/IconVerticalSolidList"/>
    <dgm:cxn modelId="{47B2BF96-CE60-4B29-B0CA-18529E4E5AE9}" type="presParOf" srcId="{E2220120-FF8F-41FF-92FE-66DA851AF971}" destId="{E0AECC80-41F1-4D33-8BE0-058CDD60C7CB}" srcOrd="1" destOrd="0" presId="urn:microsoft.com/office/officeart/2018/2/layout/IconVerticalSolidList"/>
    <dgm:cxn modelId="{6C0700BE-DE08-4409-A787-F0ABA54140D3}" type="presParOf" srcId="{E2220120-FF8F-41FF-92FE-66DA851AF971}" destId="{AB1C9F9B-3250-4519-89FF-C3A5E644ECC1}" srcOrd="2" destOrd="0" presId="urn:microsoft.com/office/officeart/2018/2/layout/IconVerticalSolidList"/>
    <dgm:cxn modelId="{93AFACC0-A0A7-44A9-9BAC-2421B78B22AB}" type="presParOf" srcId="{E2220120-FF8F-41FF-92FE-66DA851AF971}" destId="{7CEF58D6-BCEF-44A4-8986-AA245CB7C0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254A8D-8E08-42A4-A6CE-256B105ECEB5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B93DDC4-8172-4BAD-8747-64E0EA3354A1}">
      <dgm:prSet/>
      <dgm:spPr/>
      <dgm:t>
        <a:bodyPr/>
        <a:lstStyle/>
        <a:p>
          <a:r>
            <a:rPr lang="en-US"/>
            <a:t>Implement</a:t>
          </a:r>
        </a:p>
      </dgm:t>
    </dgm:pt>
    <dgm:pt modelId="{5C2DF591-0FA7-4CB0-96F8-E095E7B984AD}" type="parTrans" cxnId="{8734D8F1-5CF4-4ED9-9C02-91A8693B2337}">
      <dgm:prSet/>
      <dgm:spPr/>
      <dgm:t>
        <a:bodyPr/>
        <a:lstStyle/>
        <a:p>
          <a:endParaRPr lang="en-US"/>
        </a:p>
      </dgm:t>
    </dgm:pt>
    <dgm:pt modelId="{E353AAB5-A1BD-4665-98FB-8E3DCBFE5785}" type="sibTrans" cxnId="{8734D8F1-5CF4-4ED9-9C02-91A8693B2337}">
      <dgm:prSet/>
      <dgm:spPr/>
      <dgm:t>
        <a:bodyPr/>
        <a:lstStyle/>
        <a:p>
          <a:endParaRPr lang="en-US"/>
        </a:p>
      </dgm:t>
    </dgm:pt>
    <dgm:pt modelId="{217A4F89-63FB-4271-BC10-E798F31446FB}">
      <dgm:prSet/>
      <dgm:spPr/>
      <dgm:t>
        <a:bodyPr/>
        <a:lstStyle/>
        <a:p>
          <a:r>
            <a:rPr lang="en-US"/>
            <a:t>Implement policy-as-code enforcement.</a:t>
          </a:r>
        </a:p>
      </dgm:t>
    </dgm:pt>
    <dgm:pt modelId="{0D61E0F8-E60F-4366-8413-7FC574902B5B}" type="parTrans" cxnId="{0F8CCDD1-3A78-4655-ACA9-F44CFE6E8B39}">
      <dgm:prSet/>
      <dgm:spPr/>
      <dgm:t>
        <a:bodyPr/>
        <a:lstStyle/>
        <a:p>
          <a:endParaRPr lang="en-US"/>
        </a:p>
      </dgm:t>
    </dgm:pt>
    <dgm:pt modelId="{24528B9A-8DEA-4783-A711-663727A55476}" type="sibTrans" cxnId="{0F8CCDD1-3A78-4655-ACA9-F44CFE6E8B39}">
      <dgm:prSet/>
      <dgm:spPr/>
      <dgm:t>
        <a:bodyPr/>
        <a:lstStyle/>
        <a:p>
          <a:endParaRPr lang="en-US"/>
        </a:p>
      </dgm:t>
    </dgm:pt>
    <dgm:pt modelId="{63FB5C2B-6763-42ED-BD02-C16A7027EB49}">
      <dgm:prSet/>
      <dgm:spPr/>
      <dgm:t>
        <a:bodyPr/>
        <a:lstStyle/>
        <a:p>
          <a:r>
            <a:rPr lang="en-US"/>
            <a:t>Train</a:t>
          </a:r>
        </a:p>
      </dgm:t>
    </dgm:pt>
    <dgm:pt modelId="{6B0E8A88-24C8-4FA1-8B29-09B8B8151EB2}" type="parTrans" cxnId="{FCF2B459-7A00-46D4-A499-673190928211}">
      <dgm:prSet/>
      <dgm:spPr/>
      <dgm:t>
        <a:bodyPr/>
        <a:lstStyle/>
        <a:p>
          <a:endParaRPr lang="en-US"/>
        </a:p>
      </dgm:t>
    </dgm:pt>
    <dgm:pt modelId="{60FB03CF-FF88-4C61-B1AF-BD7130C32BD3}" type="sibTrans" cxnId="{FCF2B459-7A00-46D4-A499-673190928211}">
      <dgm:prSet/>
      <dgm:spPr/>
      <dgm:t>
        <a:bodyPr/>
        <a:lstStyle/>
        <a:p>
          <a:endParaRPr lang="en-US"/>
        </a:p>
      </dgm:t>
    </dgm:pt>
    <dgm:pt modelId="{1D1845DA-D15A-44ED-905A-A4B9954F9F84}">
      <dgm:prSet/>
      <dgm:spPr/>
      <dgm:t>
        <a:bodyPr/>
        <a:lstStyle/>
        <a:p>
          <a:r>
            <a:rPr lang="en-US"/>
            <a:t>Train developers on secure coding practices.</a:t>
          </a:r>
        </a:p>
      </dgm:t>
    </dgm:pt>
    <dgm:pt modelId="{3D576514-269E-4ABA-8BE8-C7435509FBF1}" type="parTrans" cxnId="{2C13A5DC-4FAA-4D5F-9D31-5C0BF0C90BF4}">
      <dgm:prSet/>
      <dgm:spPr/>
      <dgm:t>
        <a:bodyPr/>
        <a:lstStyle/>
        <a:p>
          <a:endParaRPr lang="en-US"/>
        </a:p>
      </dgm:t>
    </dgm:pt>
    <dgm:pt modelId="{7184BF41-5612-44C1-8BC1-50DE41F15256}" type="sibTrans" cxnId="{2C13A5DC-4FAA-4D5F-9D31-5C0BF0C90BF4}">
      <dgm:prSet/>
      <dgm:spPr/>
      <dgm:t>
        <a:bodyPr/>
        <a:lstStyle/>
        <a:p>
          <a:endParaRPr lang="en-US"/>
        </a:p>
      </dgm:t>
    </dgm:pt>
    <dgm:pt modelId="{EF3AD250-79EE-4BEC-9693-AA6324245C30}">
      <dgm:prSet/>
      <dgm:spPr/>
      <dgm:t>
        <a:bodyPr/>
        <a:lstStyle/>
        <a:p>
          <a:r>
            <a:rPr lang="en-US"/>
            <a:t>Define</a:t>
          </a:r>
        </a:p>
      </dgm:t>
    </dgm:pt>
    <dgm:pt modelId="{EE32B870-7ED9-4854-B900-597A8617AB5E}" type="parTrans" cxnId="{752D5DB1-FAD3-4D64-940A-4A4CBDC15AC5}">
      <dgm:prSet/>
      <dgm:spPr/>
      <dgm:t>
        <a:bodyPr/>
        <a:lstStyle/>
        <a:p>
          <a:endParaRPr lang="en-US"/>
        </a:p>
      </dgm:t>
    </dgm:pt>
    <dgm:pt modelId="{C3970AB8-8705-42C7-827C-96877B3702A8}" type="sibTrans" cxnId="{752D5DB1-FAD3-4D64-940A-4A4CBDC15AC5}">
      <dgm:prSet/>
      <dgm:spPr/>
      <dgm:t>
        <a:bodyPr/>
        <a:lstStyle/>
        <a:p>
          <a:endParaRPr lang="en-US"/>
        </a:p>
      </dgm:t>
    </dgm:pt>
    <dgm:pt modelId="{06DBA4BF-22DB-43AE-B45F-7C874E9EF65F}">
      <dgm:prSet/>
      <dgm:spPr/>
      <dgm:t>
        <a:bodyPr/>
        <a:lstStyle/>
        <a:p>
          <a:r>
            <a:rPr lang="en-US"/>
            <a:t>Define formal repository governance policies.</a:t>
          </a:r>
        </a:p>
      </dgm:t>
    </dgm:pt>
    <dgm:pt modelId="{8D679A7B-5FF5-4E95-9B02-327DF86FB295}" type="parTrans" cxnId="{6F40DBDB-CFBE-4F23-81C5-4E1C123BEC5B}">
      <dgm:prSet/>
      <dgm:spPr/>
      <dgm:t>
        <a:bodyPr/>
        <a:lstStyle/>
        <a:p>
          <a:endParaRPr lang="en-US"/>
        </a:p>
      </dgm:t>
    </dgm:pt>
    <dgm:pt modelId="{614EEAFF-C67B-4351-A76F-CC9B820DF69C}" type="sibTrans" cxnId="{6F40DBDB-CFBE-4F23-81C5-4E1C123BEC5B}">
      <dgm:prSet/>
      <dgm:spPr/>
      <dgm:t>
        <a:bodyPr/>
        <a:lstStyle/>
        <a:p>
          <a:endParaRPr lang="en-US"/>
        </a:p>
      </dgm:t>
    </dgm:pt>
    <dgm:pt modelId="{C8C4EEE4-9D59-4E2B-899B-B8953171E515}">
      <dgm:prSet/>
      <dgm:spPr/>
      <dgm:t>
        <a:bodyPr/>
        <a:lstStyle/>
        <a:p>
          <a:r>
            <a:rPr lang="en-US"/>
            <a:t>Encourage</a:t>
          </a:r>
        </a:p>
      </dgm:t>
    </dgm:pt>
    <dgm:pt modelId="{93225069-EAC3-409C-8F5A-60ED935ECD4D}" type="parTrans" cxnId="{F275C730-9825-4088-85F8-DC8CBEF2CEB3}">
      <dgm:prSet/>
      <dgm:spPr/>
      <dgm:t>
        <a:bodyPr/>
        <a:lstStyle/>
        <a:p>
          <a:endParaRPr lang="en-US"/>
        </a:p>
      </dgm:t>
    </dgm:pt>
    <dgm:pt modelId="{73F68B2A-0E7B-430A-8315-7B97FBF9C76E}" type="sibTrans" cxnId="{F275C730-9825-4088-85F8-DC8CBEF2CEB3}">
      <dgm:prSet/>
      <dgm:spPr/>
      <dgm:t>
        <a:bodyPr/>
        <a:lstStyle/>
        <a:p>
          <a:endParaRPr lang="en-US"/>
        </a:p>
      </dgm:t>
    </dgm:pt>
    <dgm:pt modelId="{66CAC4D1-B101-490B-89CA-D87386C7E86F}">
      <dgm:prSet/>
      <dgm:spPr/>
      <dgm:t>
        <a:bodyPr/>
        <a:lstStyle/>
        <a:p>
          <a:r>
            <a:rPr lang="en-US"/>
            <a:t>Encourage a security-first development mindset.</a:t>
          </a:r>
        </a:p>
      </dgm:t>
    </dgm:pt>
    <dgm:pt modelId="{5ADFCB54-C1B2-440D-8866-CDDD230D484B}" type="parTrans" cxnId="{3E493FBF-CDF6-4FF1-85E9-E51BFFD8878A}">
      <dgm:prSet/>
      <dgm:spPr/>
      <dgm:t>
        <a:bodyPr/>
        <a:lstStyle/>
        <a:p>
          <a:endParaRPr lang="en-US"/>
        </a:p>
      </dgm:t>
    </dgm:pt>
    <dgm:pt modelId="{6C7CBF3C-B0F3-4F2C-AC62-7754BB18BC77}" type="sibTrans" cxnId="{3E493FBF-CDF6-4FF1-85E9-E51BFFD8878A}">
      <dgm:prSet/>
      <dgm:spPr/>
      <dgm:t>
        <a:bodyPr/>
        <a:lstStyle/>
        <a:p>
          <a:endParaRPr lang="en-US"/>
        </a:p>
      </dgm:t>
    </dgm:pt>
    <dgm:pt modelId="{3CF7D6A0-DAEB-4CCD-BEB5-DDAFF79DDED5}" type="pres">
      <dgm:prSet presAssocID="{8C254A8D-8E08-42A4-A6CE-256B105ECEB5}" presName="Name0" presStyleCnt="0">
        <dgm:presLayoutVars>
          <dgm:dir/>
          <dgm:animLvl val="lvl"/>
          <dgm:resizeHandles val="exact"/>
        </dgm:presLayoutVars>
      </dgm:prSet>
      <dgm:spPr/>
    </dgm:pt>
    <dgm:pt modelId="{CE47A397-0EF6-4D5D-8FF8-E0224E6E47E6}" type="pres">
      <dgm:prSet presAssocID="{DB93DDC4-8172-4BAD-8747-64E0EA3354A1}" presName="linNode" presStyleCnt="0"/>
      <dgm:spPr/>
    </dgm:pt>
    <dgm:pt modelId="{CC20CEDD-CD9B-43E0-A08A-00151492C0AC}" type="pres">
      <dgm:prSet presAssocID="{DB93DDC4-8172-4BAD-8747-64E0EA3354A1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C962B00A-F3E4-48DB-8ADC-FA1D458B4102}" type="pres">
      <dgm:prSet presAssocID="{DB93DDC4-8172-4BAD-8747-64E0EA3354A1}" presName="descendantText" presStyleLbl="alignAccFollowNode1" presStyleIdx="0" presStyleCnt="4">
        <dgm:presLayoutVars>
          <dgm:bulletEnabled/>
        </dgm:presLayoutVars>
      </dgm:prSet>
      <dgm:spPr/>
    </dgm:pt>
    <dgm:pt modelId="{AE2028E1-EB0F-4F22-966D-0C25255EC486}" type="pres">
      <dgm:prSet presAssocID="{E353AAB5-A1BD-4665-98FB-8E3DCBFE5785}" presName="sp" presStyleCnt="0"/>
      <dgm:spPr/>
    </dgm:pt>
    <dgm:pt modelId="{A45749C8-CEB1-4800-A62E-9DA807FEE115}" type="pres">
      <dgm:prSet presAssocID="{63FB5C2B-6763-42ED-BD02-C16A7027EB49}" presName="linNode" presStyleCnt="0"/>
      <dgm:spPr/>
    </dgm:pt>
    <dgm:pt modelId="{5A9D007E-92AA-4403-BAAA-F394BA6C684C}" type="pres">
      <dgm:prSet presAssocID="{63FB5C2B-6763-42ED-BD02-C16A7027EB49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BEDF23F6-7A46-42BA-99F4-2C29FA66BA43}" type="pres">
      <dgm:prSet presAssocID="{63FB5C2B-6763-42ED-BD02-C16A7027EB49}" presName="descendantText" presStyleLbl="alignAccFollowNode1" presStyleIdx="1" presStyleCnt="4">
        <dgm:presLayoutVars>
          <dgm:bulletEnabled/>
        </dgm:presLayoutVars>
      </dgm:prSet>
      <dgm:spPr/>
    </dgm:pt>
    <dgm:pt modelId="{DFDE5B14-F61A-4AD7-BA13-1FDA0881B95B}" type="pres">
      <dgm:prSet presAssocID="{60FB03CF-FF88-4C61-B1AF-BD7130C32BD3}" presName="sp" presStyleCnt="0"/>
      <dgm:spPr/>
    </dgm:pt>
    <dgm:pt modelId="{0E5A65C6-2272-458D-B2AD-B81827152C7B}" type="pres">
      <dgm:prSet presAssocID="{EF3AD250-79EE-4BEC-9693-AA6324245C30}" presName="linNode" presStyleCnt="0"/>
      <dgm:spPr/>
    </dgm:pt>
    <dgm:pt modelId="{14F457FC-4048-43B5-965F-5697C929FCA2}" type="pres">
      <dgm:prSet presAssocID="{EF3AD250-79EE-4BEC-9693-AA6324245C30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44A65643-107C-45B9-BA65-790819F90F8E}" type="pres">
      <dgm:prSet presAssocID="{EF3AD250-79EE-4BEC-9693-AA6324245C30}" presName="descendantText" presStyleLbl="alignAccFollowNode1" presStyleIdx="2" presStyleCnt="4">
        <dgm:presLayoutVars>
          <dgm:bulletEnabled/>
        </dgm:presLayoutVars>
      </dgm:prSet>
      <dgm:spPr/>
    </dgm:pt>
    <dgm:pt modelId="{1241696A-2594-495B-82C7-7B9CE71C59ED}" type="pres">
      <dgm:prSet presAssocID="{C3970AB8-8705-42C7-827C-96877B3702A8}" presName="sp" presStyleCnt="0"/>
      <dgm:spPr/>
    </dgm:pt>
    <dgm:pt modelId="{2C35A24D-860D-4059-8FC6-05F980DA42ED}" type="pres">
      <dgm:prSet presAssocID="{C8C4EEE4-9D59-4E2B-899B-B8953171E515}" presName="linNode" presStyleCnt="0"/>
      <dgm:spPr/>
    </dgm:pt>
    <dgm:pt modelId="{A1CF91BC-2E8F-4A7D-A9E5-C113B500831A}" type="pres">
      <dgm:prSet presAssocID="{C8C4EEE4-9D59-4E2B-899B-B8953171E515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2A628348-8F55-4864-A2A8-ECAFB2820B05}" type="pres">
      <dgm:prSet presAssocID="{C8C4EEE4-9D59-4E2B-899B-B8953171E515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F217F316-5F90-4780-A6A1-71E93643BC25}" type="presOf" srcId="{1D1845DA-D15A-44ED-905A-A4B9954F9F84}" destId="{BEDF23F6-7A46-42BA-99F4-2C29FA66BA43}" srcOrd="0" destOrd="0" presId="urn:microsoft.com/office/officeart/2016/7/layout/VerticalSolidActionList"/>
    <dgm:cxn modelId="{C7FAFF28-1EE0-45A5-A716-337E3A5B9BDD}" type="presOf" srcId="{EF3AD250-79EE-4BEC-9693-AA6324245C30}" destId="{14F457FC-4048-43B5-965F-5697C929FCA2}" srcOrd="0" destOrd="0" presId="urn:microsoft.com/office/officeart/2016/7/layout/VerticalSolidActionList"/>
    <dgm:cxn modelId="{F275C730-9825-4088-85F8-DC8CBEF2CEB3}" srcId="{8C254A8D-8E08-42A4-A6CE-256B105ECEB5}" destId="{C8C4EEE4-9D59-4E2B-899B-B8953171E515}" srcOrd="3" destOrd="0" parTransId="{93225069-EAC3-409C-8F5A-60ED935ECD4D}" sibTransId="{73F68B2A-0E7B-430A-8315-7B97FBF9C76E}"/>
    <dgm:cxn modelId="{77F9AC41-DEE8-4931-B094-040647E99FE6}" type="presOf" srcId="{8C254A8D-8E08-42A4-A6CE-256B105ECEB5}" destId="{3CF7D6A0-DAEB-4CCD-BEB5-DDAFF79DDED5}" srcOrd="0" destOrd="0" presId="urn:microsoft.com/office/officeart/2016/7/layout/VerticalSolidActionList"/>
    <dgm:cxn modelId="{515F4E43-3504-49E9-B7E8-C30159FDF55C}" type="presOf" srcId="{06DBA4BF-22DB-43AE-B45F-7C874E9EF65F}" destId="{44A65643-107C-45B9-BA65-790819F90F8E}" srcOrd="0" destOrd="0" presId="urn:microsoft.com/office/officeart/2016/7/layout/VerticalSolidActionList"/>
    <dgm:cxn modelId="{7C80D050-BA77-4BEB-BCAB-43DC6A3BCDDA}" type="presOf" srcId="{66CAC4D1-B101-490B-89CA-D87386C7E86F}" destId="{2A628348-8F55-4864-A2A8-ECAFB2820B05}" srcOrd="0" destOrd="0" presId="urn:microsoft.com/office/officeart/2016/7/layout/VerticalSolidActionList"/>
    <dgm:cxn modelId="{FCF2B459-7A00-46D4-A499-673190928211}" srcId="{8C254A8D-8E08-42A4-A6CE-256B105ECEB5}" destId="{63FB5C2B-6763-42ED-BD02-C16A7027EB49}" srcOrd="1" destOrd="0" parTransId="{6B0E8A88-24C8-4FA1-8B29-09B8B8151EB2}" sibTransId="{60FB03CF-FF88-4C61-B1AF-BD7130C32BD3}"/>
    <dgm:cxn modelId="{752D5DB1-FAD3-4D64-940A-4A4CBDC15AC5}" srcId="{8C254A8D-8E08-42A4-A6CE-256B105ECEB5}" destId="{EF3AD250-79EE-4BEC-9693-AA6324245C30}" srcOrd="2" destOrd="0" parTransId="{EE32B870-7ED9-4854-B900-597A8617AB5E}" sibTransId="{C3970AB8-8705-42C7-827C-96877B3702A8}"/>
    <dgm:cxn modelId="{3E493FBF-CDF6-4FF1-85E9-E51BFFD8878A}" srcId="{C8C4EEE4-9D59-4E2B-899B-B8953171E515}" destId="{66CAC4D1-B101-490B-89CA-D87386C7E86F}" srcOrd="0" destOrd="0" parTransId="{5ADFCB54-C1B2-440D-8866-CDDD230D484B}" sibTransId="{6C7CBF3C-B0F3-4F2C-AC62-7754BB18BC77}"/>
    <dgm:cxn modelId="{9ADD68CB-E329-4581-947A-55B7D50F416F}" type="presOf" srcId="{217A4F89-63FB-4271-BC10-E798F31446FB}" destId="{C962B00A-F3E4-48DB-8ADC-FA1D458B4102}" srcOrd="0" destOrd="0" presId="urn:microsoft.com/office/officeart/2016/7/layout/VerticalSolidActionList"/>
    <dgm:cxn modelId="{344402CE-637D-4592-9429-45617A7A6B1A}" type="presOf" srcId="{DB93DDC4-8172-4BAD-8747-64E0EA3354A1}" destId="{CC20CEDD-CD9B-43E0-A08A-00151492C0AC}" srcOrd="0" destOrd="0" presId="urn:microsoft.com/office/officeart/2016/7/layout/VerticalSolidActionList"/>
    <dgm:cxn modelId="{0F8CCDD1-3A78-4655-ACA9-F44CFE6E8B39}" srcId="{DB93DDC4-8172-4BAD-8747-64E0EA3354A1}" destId="{217A4F89-63FB-4271-BC10-E798F31446FB}" srcOrd="0" destOrd="0" parTransId="{0D61E0F8-E60F-4366-8413-7FC574902B5B}" sibTransId="{24528B9A-8DEA-4783-A711-663727A55476}"/>
    <dgm:cxn modelId="{D975F7D6-12E1-4350-9F5D-960256E9FB0E}" type="presOf" srcId="{C8C4EEE4-9D59-4E2B-899B-B8953171E515}" destId="{A1CF91BC-2E8F-4A7D-A9E5-C113B500831A}" srcOrd="0" destOrd="0" presId="urn:microsoft.com/office/officeart/2016/7/layout/VerticalSolidActionList"/>
    <dgm:cxn modelId="{6F40DBDB-CFBE-4F23-81C5-4E1C123BEC5B}" srcId="{EF3AD250-79EE-4BEC-9693-AA6324245C30}" destId="{06DBA4BF-22DB-43AE-B45F-7C874E9EF65F}" srcOrd="0" destOrd="0" parTransId="{8D679A7B-5FF5-4E95-9B02-327DF86FB295}" sibTransId="{614EEAFF-C67B-4351-A76F-CC9B820DF69C}"/>
    <dgm:cxn modelId="{2C13A5DC-4FAA-4D5F-9D31-5C0BF0C90BF4}" srcId="{63FB5C2B-6763-42ED-BD02-C16A7027EB49}" destId="{1D1845DA-D15A-44ED-905A-A4B9954F9F84}" srcOrd="0" destOrd="0" parTransId="{3D576514-269E-4ABA-8BE8-C7435509FBF1}" sibTransId="{7184BF41-5612-44C1-8BC1-50DE41F15256}"/>
    <dgm:cxn modelId="{19A2D8E7-A608-4429-92DC-C3B64D0DDF16}" type="presOf" srcId="{63FB5C2B-6763-42ED-BD02-C16A7027EB49}" destId="{5A9D007E-92AA-4403-BAAA-F394BA6C684C}" srcOrd="0" destOrd="0" presId="urn:microsoft.com/office/officeart/2016/7/layout/VerticalSolidActionList"/>
    <dgm:cxn modelId="{8734D8F1-5CF4-4ED9-9C02-91A8693B2337}" srcId="{8C254A8D-8E08-42A4-A6CE-256B105ECEB5}" destId="{DB93DDC4-8172-4BAD-8747-64E0EA3354A1}" srcOrd="0" destOrd="0" parTransId="{5C2DF591-0FA7-4CB0-96F8-E095E7B984AD}" sibTransId="{E353AAB5-A1BD-4665-98FB-8E3DCBFE5785}"/>
    <dgm:cxn modelId="{0E7A586F-8C29-45FC-A608-A37BF943A399}" type="presParOf" srcId="{3CF7D6A0-DAEB-4CCD-BEB5-DDAFF79DDED5}" destId="{CE47A397-0EF6-4D5D-8FF8-E0224E6E47E6}" srcOrd="0" destOrd="0" presId="urn:microsoft.com/office/officeart/2016/7/layout/VerticalSolidActionList"/>
    <dgm:cxn modelId="{F25FDA98-5BB1-4833-9635-DF9216837FB9}" type="presParOf" srcId="{CE47A397-0EF6-4D5D-8FF8-E0224E6E47E6}" destId="{CC20CEDD-CD9B-43E0-A08A-00151492C0AC}" srcOrd="0" destOrd="0" presId="urn:microsoft.com/office/officeart/2016/7/layout/VerticalSolidActionList"/>
    <dgm:cxn modelId="{3030BEEE-39FB-4E46-B6A7-BA1601209438}" type="presParOf" srcId="{CE47A397-0EF6-4D5D-8FF8-E0224E6E47E6}" destId="{C962B00A-F3E4-48DB-8ADC-FA1D458B4102}" srcOrd="1" destOrd="0" presId="urn:microsoft.com/office/officeart/2016/7/layout/VerticalSolidActionList"/>
    <dgm:cxn modelId="{BB7D036A-5EC6-4E37-BEC0-B099EFD71CA7}" type="presParOf" srcId="{3CF7D6A0-DAEB-4CCD-BEB5-DDAFF79DDED5}" destId="{AE2028E1-EB0F-4F22-966D-0C25255EC486}" srcOrd="1" destOrd="0" presId="urn:microsoft.com/office/officeart/2016/7/layout/VerticalSolidActionList"/>
    <dgm:cxn modelId="{6D8AA0FD-89E6-4DFA-9373-7DBBA7C4497F}" type="presParOf" srcId="{3CF7D6A0-DAEB-4CCD-BEB5-DDAFF79DDED5}" destId="{A45749C8-CEB1-4800-A62E-9DA807FEE115}" srcOrd="2" destOrd="0" presId="urn:microsoft.com/office/officeart/2016/7/layout/VerticalSolidActionList"/>
    <dgm:cxn modelId="{DECDC525-69DC-4ED1-9329-5FAE34F96919}" type="presParOf" srcId="{A45749C8-CEB1-4800-A62E-9DA807FEE115}" destId="{5A9D007E-92AA-4403-BAAA-F394BA6C684C}" srcOrd="0" destOrd="0" presId="urn:microsoft.com/office/officeart/2016/7/layout/VerticalSolidActionList"/>
    <dgm:cxn modelId="{7D6B6E18-2A46-4861-971B-53A62B1A80E6}" type="presParOf" srcId="{A45749C8-CEB1-4800-A62E-9DA807FEE115}" destId="{BEDF23F6-7A46-42BA-99F4-2C29FA66BA43}" srcOrd="1" destOrd="0" presId="urn:microsoft.com/office/officeart/2016/7/layout/VerticalSolidActionList"/>
    <dgm:cxn modelId="{6D1B861A-F088-4FC2-A1F2-0A508F7296FF}" type="presParOf" srcId="{3CF7D6A0-DAEB-4CCD-BEB5-DDAFF79DDED5}" destId="{DFDE5B14-F61A-4AD7-BA13-1FDA0881B95B}" srcOrd="3" destOrd="0" presId="urn:microsoft.com/office/officeart/2016/7/layout/VerticalSolidActionList"/>
    <dgm:cxn modelId="{38AD5CF1-58E7-4619-8594-EF7FEED6941B}" type="presParOf" srcId="{3CF7D6A0-DAEB-4CCD-BEB5-DDAFF79DDED5}" destId="{0E5A65C6-2272-458D-B2AD-B81827152C7B}" srcOrd="4" destOrd="0" presId="urn:microsoft.com/office/officeart/2016/7/layout/VerticalSolidActionList"/>
    <dgm:cxn modelId="{F6E1E55F-9843-4599-AC95-1155BF346183}" type="presParOf" srcId="{0E5A65C6-2272-458D-B2AD-B81827152C7B}" destId="{14F457FC-4048-43B5-965F-5697C929FCA2}" srcOrd="0" destOrd="0" presId="urn:microsoft.com/office/officeart/2016/7/layout/VerticalSolidActionList"/>
    <dgm:cxn modelId="{794FD740-E823-46D7-8CB2-B7784988E0E8}" type="presParOf" srcId="{0E5A65C6-2272-458D-B2AD-B81827152C7B}" destId="{44A65643-107C-45B9-BA65-790819F90F8E}" srcOrd="1" destOrd="0" presId="urn:microsoft.com/office/officeart/2016/7/layout/VerticalSolidActionList"/>
    <dgm:cxn modelId="{30910129-356A-4F85-AFBB-6B584E514575}" type="presParOf" srcId="{3CF7D6A0-DAEB-4CCD-BEB5-DDAFF79DDED5}" destId="{1241696A-2594-495B-82C7-7B9CE71C59ED}" srcOrd="5" destOrd="0" presId="urn:microsoft.com/office/officeart/2016/7/layout/VerticalSolidActionList"/>
    <dgm:cxn modelId="{CCA43488-4A3C-4AFB-8692-595A4AC7E54A}" type="presParOf" srcId="{3CF7D6A0-DAEB-4CCD-BEB5-DDAFF79DDED5}" destId="{2C35A24D-860D-4059-8FC6-05F980DA42ED}" srcOrd="6" destOrd="0" presId="urn:microsoft.com/office/officeart/2016/7/layout/VerticalSolidActionList"/>
    <dgm:cxn modelId="{66E40C8E-BA4A-49D1-8CC4-2FD49BAD163D}" type="presParOf" srcId="{2C35A24D-860D-4059-8FC6-05F980DA42ED}" destId="{A1CF91BC-2E8F-4A7D-A9E5-C113B500831A}" srcOrd="0" destOrd="0" presId="urn:microsoft.com/office/officeart/2016/7/layout/VerticalSolidActionList"/>
    <dgm:cxn modelId="{2ACB27C7-883F-4E5F-81F0-13A68CC81FBE}" type="presParOf" srcId="{2C35A24D-860D-4059-8FC6-05F980DA42ED}" destId="{2A628348-8F55-4864-A2A8-ECAFB2820B0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5A429-F955-4AEF-B60E-C120D0BA5A37}">
      <dsp:nvSpPr>
        <dsp:cNvPr id="0" name=""/>
        <dsp:cNvSpPr/>
      </dsp:nvSpPr>
      <dsp:spPr>
        <a:xfrm>
          <a:off x="1289446" y="1790"/>
          <a:ext cx="5157787" cy="92771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Role-Based Access Control (RBAC).</a:t>
          </a:r>
        </a:p>
      </dsp:txBody>
      <dsp:txXfrm>
        <a:off x="1289446" y="1790"/>
        <a:ext cx="5157787" cy="927716"/>
      </dsp:txXfrm>
    </dsp:sp>
    <dsp:sp modelId="{55463328-8859-4E4E-828F-ADE93BF04341}">
      <dsp:nvSpPr>
        <dsp:cNvPr id="0" name=""/>
        <dsp:cNvSpPr/>
      </dsp:nvSpPr>
      <dsp:spPr>
        <a:xfrm>
          <a:off x="0" y="1790"/>
          <a:ext cx="1289446" cy="92771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</a:t>
          </a:r>
        </a:p>
      </dsp:txBody>
      <dsp:txXfrm>
        <a:off x="0" y="1790"/>
        <a:ext cx="1289446" cy="927716"/>
      </dsp:txXfrm>
    </dsp:sp>
    <dsp:sp modelId="{3DD7679F-BF2B-44B7-9253-4D9CE59C1DBD}">
      <dsp:nvSpPr>
        <dsp:cNvPr id="0" name=""/>
        <dsp:cNvSpPr/>
      </dsp:nvSpPr>
      <dsp:spPr>
        <a:xfrm>
          <a:off x="1289446" y="985170"/>
          <a:ext cx="5157787" cy="92771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Require Multi-Factor Authentication (MFA).</a:t>
          </a:r>
        </a:p>
      </dsp:txBody>
      <dsp:txXfrm>
        <a:off x="1289446" y="985170"/>
        <a:ext cx="5157787" cy="927716"/>
      </dsp:txXfrm>
    </dsp:sp>
    <dsp:sp modelId="{E709E8B9-84FA-4E13-97E6-A058967509C5}">
      <dsp:nvSpPr>
        <dsp:cNvPr id="0" name=""/>
        <dsp:cNvSpPr/>
      </dsp:nvSpPr>
      <dsp:spPr>
        <a:xfrm>
          <a:off x="0" y="985170"/>
          <a:ext cx="1289446" cy="9277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Require</a:t>
          </a:r>
        </a:p>
      </dsp:txBody>
      <dsp:txXfrm>
        <a:off x="0" y="985170"/>
        <a:ext cx="1289446" cy="927716"/>
      </dsp:txXfrm>
    </dsp:sp>
    <dsp:sp modelId="{809EE2C5-F58C-44B2-81A0-9F2D6F444910}">
      <dsp:nvSpPr>
        <dsp:cNvPr id="0" name=""/>
        <dsp:cNvSpPr/>
      </dsp:nvSpPr>
      <dsp:spPr>
        <a:xfrm>
          <a:off x="1289446" y="1968549"/>
          <a:ext cx="5157787" cy="92771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Conduct periodic access reviews.</a:t>
          </a:r>
        </a:p>
      </dsp:txBody>
      <dsp:txXfrm>
        <a:off x="1289446" y="1968549"/>
        <a:ext cx="5157787" cy="927716"/>
      </dsp:txXfrm>
    </dsp:sp>
    <dsp:sp modelId="{C04DE71A-11A7-45DF-A38E-AD76BD9CC504}">
      <dsp:nvSpPr>
        <dsp:cNvPr id="0" name=""/>
        <dsp:cNvSpPr/>
      </dsp:nvSpPr>
      <dsp:spPr>
        <a:xfrm>
          <a:off x="0" y="1968549"/>
          <a:ext cx="1289446" cy="92771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Conduct</a:t>
          </a:r>
        </a:p>
      </dsp:txBody>
      <dsp:txXfrm>
        <a:off x="0" y="1968549"/>
        <a:ext cx="1289446" cy="927716"/>
      </dsp:txXfrm>
    </dsp:sp>
    <dsp:sp modelId="{F2A64774-0C69-4A27-A03B-8281FB1DDAAB}">
      <dsp:nvSpPr>
        <dsp:cNvPr id="0" name=""/>
        <dsp:cNvSpPr/>
      </dsp:nvSpPr>
      <dsp:spPr>
        <a:xfrm>
          <a:off x="1289446" y="2951929"/>
          <a:ext cx="5157787" cy="92771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Remove inactive or stale accounts.</a:t>
          </a:r>
        </a:p>
      </dsp:txBody>
      <dsp:txXfrm>
        <a:off x="1289446" y="2951929"/>
        <a:ext cx="5157787" cy="927716"/>
      </dsp:txXfrm>
    </dsp:sp>
    <dsp:sp modelId="{CEE6BBA7-F364-4866-AA1B-FA6D42D925C1}">
      <dsp:nvSpPr>
        <dsp:cNvPr id="0" name=""/>
        <dsp:cNvSpPr/>
      </dsp:nvSpPr>
      <dsp:spPr>
        <a:xfrm>
          <a:off x="0" y="2951929"/>
          <a:ext cx="1289446" cy="92771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Remove</a:t>
          </a:r>
        </a:p>
      </dsp:txBody>
      <dsp:txXfrm>
        <a:off x="0" y="2951929"/>
        <a:ext cx="1289446" cy="927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A0B88-9027-4BF3-B048-428C20D040AF}">
      <dsp:nvSpPr>
        <dsp:cNvPr id="0" name=""/>
        <dsp:cNvSpPr/>
      </dsp:nvSpPr>
      <dsp:spPr>
        <a:xfrm>
          <a:off x="314144" y="1091194"/>
          <a:ext cx="971472" cy="9714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A7ABA-C2A9-426A-87B2-5606ADB170EB}">
      <dsp:nvSpPr>
        <dsp:cNvPr id="0" name=""/>
        <dsp:cNvSpPr/>
      </dsp:nvSpPr>
      <dsp:spPr>
        <a:xfrm>
          <a:off x="521179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460B2-F146-4CC4-8620-8782DCB440EA}">
      <dsp:nvSpPr>
        <dsp:cNvPr id="0" name=""/>
        <dsp:cNvSpPr/>
      </dsp:nvSpPr>
      <dsp:spPr>
        <a:xfrm>
          <a:off x="359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Protect main branches with merge restrictions.</a:t>
          </a:r>
        </a:p>
      </dsp:txBody>
      <dsp:txXfrm>
        <a:off x="3591" y="2365256"/>
        <a:ext cx="1592578" cy="637031"/>
      </dsp:txXfrm>
    </dsp:sp>
    <dsp:sp modelId="{7C7EB1CF-6A4B-49F3-8258-8F2F99279825}">
      <dsp:nvSpPr>
        <dsp:cNvPr id="0" name=""/>
        <dsp:cNvSpPr/>
      </dsp:nvSpPr>
      <dsp:spPr>
        <a:xfrm>
          <a:off x="2185424" y="1091194"/>
          <a:ext cx="971472" cy="97147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0BB7C-B339-494F-B24E-4B7B3E450494}">
      <dsp:nvSpPr>
        <dsp:cNvPr id="0" name=""/>
        <dsp:cNvSpPr/>
      </dsp:nvSpPr>
      <dsp:spPr>
        <a:xfrm>
          <a:off x="2392459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B8B22-CE55-436D-A93B-ED13FAF344AA}">
      <dsp:nvSpPr>
        <dsp:cNvPr id="0" name=""/>
        <dsp:cNvSpPr/>
      </dsp:nvSpPr>
      <dsp:spPr>
        <a:xfrm>
          <a:off x="1874871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Require pull request approvals.</a:t>
          </a:r>
        </a:p>
      </dsp:txBody>
      <dsp:txXfrm>
        <a:off x="1874871" y="2365256"/>
        <a:ext cx="1592578" cy="637031"/>
      </dsp:txXfrm>
    </dsp:sp>
    <dsp:sp modelId="{8C457E74-437D-49F5-8191-732EC3C9E667}">
      <dsp:nvSpPr>
        <dsp:cNvPr id="0" name=""/>
        <dsp:cNvSpPr/>
      </dsp:nvSpPr>
      <dsp:spPr>
        <a:xfrm>
          <a:off x="4056703" y="1091194"/>
          <a:ext cx="971472" cy="97147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59E0E-C836-4DED-8ADC-C92123C0B297}">
      <dsp:nvSpPr>
        <dsp:cNvPr id="0" name=""/>
        <dsp:cNvSpPr/>
      </dsp:nvSpPr>
      <dsp:spPr>
        <a:xfrm>
          <a:off x="4263738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59BA4-C5C4-484B-8952-257BCB4E8AB4}">
      <dsp:nvSpPr>
        <dsp:cNvPr id="0" name=""/>
        <dsp:cNvSpPr/>
      </dsp:nvSpPr>
      <dsp:spPr>
        <a:xfrm>
          <a:off x="3746150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Disable force pushes on protected branches.</a:t>
          </a:r>
        </a:p>
      </dsp:txBody>
      <dsp:txXfrm>
        <a:off x="3746150" y="2365256"/>
        <a:ext cx="1592578" cy="637031"/>
      </dsp:txXfrm>
    </dsp:sp>
    <dsp:sp modelId="{D1804A10-6D73-4DD6-8754-90BC553CD2C3}">
      <dsp:nvSpPr>
        <dsp:cNvPr id="0" name=""/>
        <dsp:cNvSpPr/>
      </dsp:nvSpPr>
      <dsp:spPr>
        <a:xfrm>
          <a:off x="5927982" y="1091194"/>
          <a:ext cx="971472" cy="97147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C7126-8DC3-4961-A265-2B0E046F987E}">
      <dsp:nvSpPr>
        <dsp:cNvPr id="0" name=""/>
        <dsp:cNvSpPr/>
      </dsp:nvSpPr>
      <dsp:spPr>
        <a:xfrm>
          <a:off x="6135017" y="1298229"/>
          <a:ext cx="557402" cy="557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8DE19-1CE5-4EFA-9448-B8EDA236BC58}">
      <dsp:nvSpPr>
        <dsp:cNvPr id="0" name=""/>
        <dsp:cNvSpPr/>
      </dsp:nvSpPr>
      <dsp:spPr>
        <a:xfrm>
          <a:off x="5617429" y="2365256"/>
          <a:ext cx="1592578" cy="637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Use CODEOWNERS for sensitive areas.</a:t>
          </a:r>
        </a:p>
      </dsp:txBody>
      <dsp:txXfrm>
        <a:off x="5617429" y="2365256"/>
        <a:ext cx="1592578" cy="6370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83957-803B-49C3-951A-E1B623D1A312}">
      <dsp:nvSpPr>
        <dsp:cNvPr id="0" name=""/>
        <dsp:cNvSpPr/>
      </dsp:nvSpPr>
      <dsp:spPr>
        <a:xfrm>
          <a:off x="0" y="2042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D1BFB-E84E-4BC5-977F-1D2D7B45DE71}">
      <dsp:nvSpPr>
        <dsp:cNvPr id="0" name=""/>
        <dsp:cNvSpPr/>
      </dsp:nvSpPr>
      <dsp:spPr>
        <a:xfrm>
          <a:off x="313143" y="234959"/>
          <a:ext cx="569351" cy="569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515F9-595F-46D9-8A40-1D3FFC1CEFAA}">
      <dsp:nvSpPr>
        <dsp:cNvPr id="0" name=""/>
        <dsp:cNvSpPr/>
      </dsp:nvSpPr>
      <dsp:spPr>
        <a:xfrm>
          <a:off x="1195638" y="2042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Enforce peer code reviews.</a:t>
          </a:r>
        </a:p>
      </dsp:txBody>
      <dsp:txXfrm>
        <a:off x="1195638" y="2042"/>
        <a:ext cx="3796938" cy="1035185"/>
      </dsp:txXfrm>
    </dsp:sp>
    <dsp:sp modelId="{2938CF3A-E0C1-4E09-AD4B-C23F701C4B9E}">
      <dsp:nvSpPr>
        <dsp:cNvPr id="0" name=""/>
        <dsp:cNvSpPr/>
      </dsp:nvSpPr>
      <dsp:spPr>
        <a:xfrm>
          <a:off x="0" y="1296024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B2CC2-18BE-4FDC-9294-BA2CB9FC4A75}">
      <dsp:nvSpPr>
        <dsp:cNvPr id="0" name=""/>
        <dsp:cNvSpPr/>
      </dsp:nvSpPr>
      <dsp:spPr>
        <a:xfrm>
          <a:off x="313143" y="1528940"/>
          <a:ext cx="569351" cy="569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EB46F-77B1-4B3E-AF59-B53439075B84}">
      <dsp:nvSpPr>
        <dsp:cNvPr id="0" name=""/>
        <dsp:cNvSpPr/>
      </dsp:nvSpPr>
      <dsp:spPr>
        <a:xfrm>
          <a:off x="1195638" y="1296024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Integrate SAST and secret scanning tools.</a:t>
          </a:r>
        </a:p>
      </dsp:txBody>
      <dsp:txXfrm>
        <a:off x="1195638" y="1296024"/>
        <a:ext cx="3796938" cy="1035185"/>
      </dsp:txXfrm>
    </dsp:sp>
    <dsp:sp modelId="{4E3CB36D-B702-4F6E-AEF8-63D97B6818FB}">
      <dsp:nvSpPr>
        <dsp:cNvPr id="0" name=""/>
        <dsp:cNvSpPr/>
      </dsp:nvSpPr>
      <dsp:spPr>
        <a:xfrm>
          <a:off x="0" y="2590005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8B8C5-E8E8-46A7-A10C-8623935F0BD9}">
      <dsp:nvSpPr>
        <dsp:cNvPr id="0" name=""/>
        <dsp:cNvSpPr/>
      </dsp:nvSpPr>
      <dsp:spPr>
        <a:xfrm>
          <a:off x="313143" y="2822922"/>
          <a:ext cx="569351" cy="5693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85584-C18E-44CC-95F0-F584A63C143B}">
      <dsp:nvSpPr>
        <dsp:cNvPr id="0" name=""/>
        <dsp:cNvSpPr/>
      </dsp:nvSpPr>
      <dsp:spPr>
        <a:xfrm>
          <a:off x="1195638" y="2590005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 security checks in CI/CD pipelines.</a:t>
          </a:r>
        </a:p>
      </dsp:txBody>
      <dsp:txXfrm>
        <a:off x="1195638" y="2590005"/>
        <a:ext cx="3796938" cy="1035185"/>
      </dsp:txXfrm>
    </dsp:sp>
    <dsp:sp modelId="{BBD2A600-99FE-4B46-BDDB-45CEB3EE3B99}">
      <dsp:nvSpPr>
        <dsp:cNvPr id="0" name=""/>
        <dsp:cNvSpPr/>
      </dsp:nvSpPr>
      <dsp:spPr>
        <a:xfrm>
          <a:off x="0" y="3883987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6637B-F8C2-4A5A-A84E-A3BE55E341C1}">
      <dsp:nvSpPr>
        <dsp:cNvPr id="0" name=""/>
        <dsp:cNvSpPr/>
      </dsp:nvSpPr>
      <dsp:spPr>
        <a:xfrm>
          <a:off x="313143" y="4116903"/>
          <a:ext cx="569351" cy="5693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DF52D-2608-49FE-83EA-3A448B509FDD}">
      <dsp:nvSpPr>
        <dsp:cNvPr id="0" name=""/>
        <dsp:cNvSpPr/>
      </dsp:nvSpPr>
      <dsp:spPr>
        <a:xfrm>
          <a:off x="1195638" y="3883987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Adopt a shift-left security approach.</a:t>
          </a:r>
        </a:p>
      </dsp:txBody>
      <dsp:txXfrm>
        <a:off x="1195638" y="3883987"/>
        <a:ext cx="3796938" cy="10351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8C7C1-E26C-497C-84C8-353ED4C06C30}">
      <dsp:nvSpPr>
        <dsp:cNvPr id="0" name=""/>
        <dsp:cNvSpPr/>
      </dsp:nvSpPr>
      <dsp:spPr>
        <a:xfrm>
          <a:off x="89338" y="780916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991E23-7233-4336-9CFD-7C2383ECBB39}">
      <dsp:nvSpPr>
        <dsp:cNvPr id="0" name=""/>
        <dsp:cNvSpPr/>
      </dsp:nvSpPr>
      <dsp:spPr>
        <a:xfrm>
          <a:off x="263613" y="955191"/>
          <a:ext cx="481330" cy="4813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548E3-45AD-4C3B-A7C3-C27FC3FA69BB}">
      <dsp:nvSpPr>
        <dsp:cNvPr id="0" name=""/>
        <dsp:cNvSpPr/>
      </dsp:nvSpPr>
      <dsp:spPr>
        <a:xfrm>
          <a:off x="1097050" y="780916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Never commit passwords or API keys to repositories.</a:t>
          </a:r>
        </a:p>
      </dsp:txBody>
      <dsp:txXfrm>
        <a:off x="1097050" y="780916"/>
        <a:ext cx="1956145" cy="829879"/>
      </dsp:txXfrm>
    </dsp:sp>
    <dsp:sp modelId="{92A0F8CB-94EB-4AA0-98DE-37E9F10AE268}">
      <dsp:nvSpPr>
        <dsp:cNvPr id="0" name=""/>
        <dsp:cNvSpPr/>
      </dsp:nvSpPr>
      <dsp:spPr>
        <a:xfrm>
          <a:off x="3394038" y="780916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3E26DF-6633-452A-BD04-CF624C221B5A}">
      <dsp:nvSpPr>
        <dsp:cNvPr id="0" name=""/>
        <dsp:cNvSpPr/>
      </dsp:nvSpPr>
      <dsp:spPr>
        <a:xfrm>
          <a:off x="3568313" y="955191"/>
          <a:ext cx="481330" cy="4813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87E16-6DA5-4A81-9C78-7E2335443C62}">
      <dsp:nvSpPr>
        <dsp:cNvPr id="0" name=""/>
        <dsp:cNvSpPr/>
      </dsp:nvSpPr>
      <dsp:spPr>
        <a:xfrm>
          <a:off x="4401749" y="780916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centralized secrets management systems.</a:t>
          </a:r>
        </a:p>
      </dsp:txBody>
      <dsp:txXfrm>
        <a:off x="4401749" y="780916"/>
        <a:ext cx="1956145" cy="829879"/>
      </dsp:txXfrm>
    </dsp:sp>
    <dsp:sp modelId="{67235E45-B0F8-4DE2-9EAC-B0D97E88A951}">
      <dsp:nvSpPr>
        <dsp:cNvPr id="0" name=""/>
        <dsp:cNvSpPr/>
      </dsp:nvSpPr>
      <dsp:spPr>
        <a:xfrm>
          <a:off x="89338" y="2270640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33538-5662-4179-B40D-100B8AA35D57}">
      <dsp:nvSpPr>
        <dsp:cNvPr id="0" name=""/>
        <dsp:cNvSpPr/>
      </dsp:nvSpPr>
      <dsp:spPr>
        <a:xfrm>
          <a:off x="263613" y="2444915"/>
          <a:ext cx="481330" cy="4813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4EF6F-54C0-44C8-A598-D52C5116BAC3}">
      <dsp:nvSpPr>
        <dsp:cNvPr id="0" name=""/>
        <dsp:cNvSpPr/>
      </dsp:nvSpPr>
      <dsp:spPr>
        <a:xfrm>
          <a:off x="1097050" y="2270640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Enable automated secret scanning.</a:t>
          </a:r>
        </a:p>
      </dsp:txBody>
      <dsp:txXfrm>
        <a:off x="1097050" y="2270640"/>
        <a:ext cx="1956145" cy="829879"/>
      </dsp:txXfrm>
    </dsp:sp>
    <dsp:sp modelId="{D62F901B-4B46-47B7-BA59-86CC2F6BB68E}">
      <dsp:nvSpPr>
        <dsp:cNvPr id="0" name=""/>
        <dsp:cNvSpPr/>
      </dsp:nvSpPr>
      <dsp:spPr>
        <a:xfrm>
          <a:off x="3394038" y="2270640"/>
          <a:ext cx="829879" cy="8298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CC775-7B54-4754-9CC2-7B83FA0CE2B8}">
      <dsp:nvSpPr>
        <dsp:cNvPr id="0" name=""/>
        <dsp:cNvSpPr/>
      </dsp:nvSpPr>
      <dsp:spPr>
        <a:xfrm>
          <a:off x="3568313" y="2444915"/>
          <a:ext cx="481330" cy="4813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04E2B-DD00-4729-9B41-357C9765D767}">
      <dsp:nvSpPr>
        <dsp:cNvPr id="0" name=""/>
        <dsp:cNvSpPr/>
      </dsp:nvSpPr>
      <dsp:spPr>
        <a:xfrm>
          <a:off x="4401749" y="2270640"/>
          <a:ext cx="1956145" cy="8298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pre-commit hooks to prevent exposure.</a:t>
          </a:r>
        </a:p>
      </dsp:txBody>
      <dsp:txXfrm>
        <a:off x="4401749" y="2270640"/>
        <a:ext cx="1956145" cy="8298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F942D-0E03-4389-8731-F0F561F1230B}">
      <dsp:nvSpPr>
        <dsp:cNvPr id="0" name=""/>
        <dsp:cNvSpPr/>
      </dsp:nvSpPr>
      <dsp:spPr>
        <a:xfrm>
          <a:off x="1289446" y="1790"/>
          <a:ext cx="5157787" cy="92771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 detailed audit logging.</a:t>
          </a:r>
        </a:p>
      </dsp:txBody>
      <dsp:txXfrm>
        <a:off x="1289446" y="1790"/>
        <a:ext cx="5157787" cy="927716"/>
      </dsp:txXfrm>
    </dsp:sp>
    <dsp:sp modelId="{3A7A4965-740C-4A08-A778-38A1F919F545}">
      <dsp:nvSpPr>
        <dsp:cNvPr id="0" name=""/>
        <dsp:cNvSpPr/>
      </dsp:nvSpPr>
      <dsp:spPr>
        <a:xfrm>
          <a:off x="0" y="1790"/>
          <a:ext cx="1289446" cy="92771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Enable</a:t>
          </a:r>
        </a:p>
      </dsp:txBody>
      <dsp:txXfrm>
        <a:off x="0" y="1790"/>
        <a:ext cx="1289446" cy="927716"/>
      </dsp:txXfrm>
    </dsp:sp>
    <dsp:sp modelId="{F8BD1653-7DA3-4564-92F0-405BC8A11758}">
      <dsp:nvSpPr>
        <dsp:cNvPr id="0" name=""/>
        <dsp:cNvSpPr/>
      </dsp:nvSpPr>
      <dsp:spPr>
        <a:xfrm>
          <a:off x="1289446" y="985170"/>
          <a:ext cx="5157787" cy="92771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Monitor for unusual access activity.</a:t>
          </a:r>
        </a:p>
      </dsp:txBody>
      <dsp:txXfrm>
        <a:off x="1289446" y="985170"/>
        <a:ext cx="5157787" cy="927716"/>
      </dsp:txXfrm>
    </dsp:sp>
    <dsp:sp modelId="{2601E10D-84CE-470D-BEF3-A93A9DF594E8}">
      <dsp:nvSpPr>
        <dsp:cNvPr id="0" name=""/>
        <dsp:cNvSpPr/>
      </dsp:nvSpPr>
      <dsp:spPr>
        <a:xfrm>
          <a:off x="0" y="985170"/>
          <a:ext cx="1289446" cy="92771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Monitor</a:t>
          </a:r>
        </a:p>
      </dsp:txBody>
      <dsp:txXfrm>
        <a:off x="0" y="985170"/>
        <a:ext cx="1289446" cy="927716"/>
      </dsp:txXfrm>
    </dsp:sp>
    <dsp:sp modelId="{D396D696-C0A6-476F-AD1B-B5474D4F7D05}">
      <dsp:nvSpPr>
        <dsp:cNvPr id="0" name=""/>
        <dsp:cNvSpPr/>
      </dsp:nvSpPr>
      <dsp:spPr>
        <a:xfrm>
          <a:off x="1289446" y="1968549"/>
          <a:ext cx="5157787" cy="92771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 periodic repository security audits.</a:t>
          </a:r>
        </a:p>
      </dsp:txBody>
      <dsp:txXfrm>
        <a:off x="1289446" y="1968549"/>
        <a:ext cx="5157787" cy="927716"/>
      </dsp:txXfrm>
    </dsp:sp>
    <dsp:sp modelId="{2D6B0594-3CE7-48E9-93DF-C8AD1FE03DF6}">
      <dsp:nvSpPr>
        <dsp:cNvPr id="0" name=""/>
        <dsp:cNvSpPr/>
      </dsp:nvSpPr>
      <dsp:spPr>
        <a:xfrm>
          <a:off x="0" y="1968549"/>
          <a:ext cx="1289446" cy="92771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Perform</a:t>
          </a:r>
        </a:p>
      </dsp:txBody>
      <dsp:txXfrm>
        <a:off x="0" y="1968549"/>
        <a:ext cx="1289446" cy="927716"/>
      </dsp:txXfrm>
    </dsp:sp>
    <dsp:sp modelId="{13DC310A-23F0-413E-BC00-887591FEC101}">
      <dsp:nvSpPr>
        <dsp:cNvPr id="0" name=""/>
        <dsp:cNvSpPr/>
      </dsp:nvSpPr>
      <dsp:spPr>
        <a:xfrm>
          <a:off x="1289446" y="2951929"/>
          <a:ext cx="5157787" cy="92771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075" tIns="235640" rIns="100075" bIns="23564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Review logs for compliance and incident response.</a:t>
          </a:r>
        </a:p>
      </dsp:txBody>
      <dsp:txXfrm>
        <a:off x="1289446" y="2951929"/>
        <a:ext cx="5157787" cy="927716"/>
      </dsp:txXfrm>
    </dsp:sp>
    <dsp:sp modelId="{7BBD5DD4-169B-4326-B375-8AF9079E7C83}">
      <dsp:nvSpPr>
        <dsp:cNvPr id="0" name=""/>
        <dsp:cNvSpPr/>
      </dsp:nvSpPr>
      <dsp:spPr>
        <a:xfrm>
          <a:off x="0" y="2951929"/>
          <a:ext cx="1289446" cy="92771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233" tIns="91638" rIns="68233" bIns="9163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Review</a:t>
          </a:r>
        </a:p>
      </dsp:txBody>
      <dsp:txXfrm>
        <a:off x="0" y="2951929"/>
        <a:ext cx="1289446" cy="9277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B5BD8-D8FD-4821-B49F-9F8F8DD5B005}">
      <dsp:nvSpPr>
        <dsp:cNvPr id="0" name=""/>
        <dsp:cNvSpPr/>
      </dsp:nvSpPr>
      <dsp:spPr>
        <a:xfrm>
          <a:off x="0" y="2042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B50CD-7260-4E63-9A6F-7358E779EB6F}">
      <dsp:nvSpPr>
        <dsp:cNvPr id="0" name=""/>
        <dsp:cNvSpPr/>
      </dsp:nvSpPr>
      <dsp:spPr>
        <a:xfrm>
          <a:off x="313143" y="234959"/>
          <a:ext cx="569351" cy="569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27071-6244-49D9-916F-236551BD57DF}">
      <dsp:nvSpPr>
        <dsp:cNvPr id="0" name=""/>
        <dsp:cNvSpPr/>
      </dsp:nvSpPr>
      <dsp:spPr>
        <a:xfrm>
          <a:off x="1195638" y="2042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Perform regular repository backups.</a:t>
          </a:r>
        </a:p>
      </dsp:txBody>
      <dsp:txXfrm>
        <a:off x="1195638" y="2042"/>
        <a:ext cx="3796938" cy="1035185"/>
      </dsp:txXfrm>
    </dsp:sp>
    <dsp:sp modelId="{E31C0B06-941B-4C7E-8FDB-A531AF72D0A0}">
      <dsp:nvSpPr>
        <dsp:cNvPr id="0" name=""/>
        <dsp:cNvSpPr/>
      </dsp:nvSpPr>
      <dsp:spPr>
        <a:xfrm>
          <a:off x="0" y="1296024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376D8-9364-4068-85BC-78D221623689}">
      <dsp:nvSpPr>
        <dsp:cNvPr id="0" name=""/>
        <dsp:cNvSpPr/>
      </dsp:nvSpPr>
      <dsp:spPr>
        <a:xfrm>
          <a:off x="313143" y="1528940"/>
          <a:ext cx="569351" cy="569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528D2-2BA8-44A5-9977-405ABF7C7B46}">
      <dsp:nvSpPr>
        <dsp:cNvPr id="0" name=""/>
        <dsp:cNvSpPr/>
      </dsp:nvSpPr>
      <dsp:spPr>
        <a:xfrm>
          <a:off x="1195638" y="1296024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Test restoration procedures periodically.</a:t>
          </a:r>
        </a:p>
      </dsp:txBody>
      <dsp:txXfrm>
        <a:off x="1195638" y="1296024"/>
        <a:ext cx="3796938" cy="1035185"/>
      </dsp:txXfrm>
    </dsp:sp>
    <dsp:sp modelId="{F316FFA0-1FD6-445E-BD55-6F1DF6364FB7}">
      <dsp:nvSpPr>
        <dsp:cNvPr id="0" name=""/>
        <dsp:cNvSpPr/>
      </dsp:nvSpPr>
      <dsp:spPr>
        <a:xfrm>
          <a:off x="0" y="2590005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E81A2D-38BE-4107-B8E5-0CAA164441B4}">
      <dsp:nvSpPr>
        <dsp:cNvPr id="0" name=""/>
        <dsp:cNvSpPr/>
      </dsp:nvSpPr>
      <dsp:spPr>
        <a:xfrm>
          <a:off x="313143" y="2822922"/>
          <a:ext cx="569351" cy="5693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77A94-D51D-49FF-A3A8-A8382D692DE2}">
      <dsp:nvSpPr>
        <dsp:cNvPr id="0" name=""/>
        <dsp:cNvSpPr/>
      </dsp:nvSpPr>
      <dsp:spPr>
        <a:xfrm>
          <a:off x="1195638" y="2590005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Maintain immutable history where possible.</a:t>
          </a:r>
        </a:p>
      </dsp:txBody>
      <dsp:txXfrm>
        <a:off x="1195638" y="2590005"/>
        <a:ext cx="3796938" cy="1035185"/>
      </dsp:txXfrm>
    </dsp:sp>
    <dsp:sp modelId="{7F6FEA12-DA96-42A3-855B-6E68300C2ED5}">
      <dsp:nvSpPr>
        <dsp:cNvPr id="0" name=""/>
        <dsp:cNvSpPr/>
      </dsp:nvSpPr>
      <dsp:spPr>
        <a:xfrm>
          <a:off x="0" y="3883987"/>
          <a:ext cx="4992577" cy="103518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ECC80-41F1-4D33-8BE0-058CDD60C7CB}">
      <dsp:nvSpPr>
        <dsp:cNvPr id="0" name=""/>
        <dsp:cNvSpPr/>
      </dsp:nvSpPr>
      <dsp:spPr>
        <a:xfrm>
          <a:off x="313143" y="4116903"/>
          <a:ext cx="569351" cy="5693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F58D6-BCEF-44A4-8986-AA245CB7C046}">
      <dsp:nvSpPr>
        <dsp:cNvPr id="0" name=""/>
        <dsp:cNvSpPr/>
      </dsp:nvSpPr>
      <dsp:spPr>
        <a:xfrm>
          <a:off x="1195638" y="3883987"/>
          <a:ext cx="3796938" cy="1035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7" tIns="109557" rIns="109557" bIns="10955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Ensure backup storage is securely configured.</a:t>
          </a:r>
        </a:p>
      </dsp:txBody>
      <dsp:txXfrm>
        <a:off x="1195638" y="3883987"/>
        <a:ext cx="3796938" cy="10351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2B00A-F3E4-48DB-8ADC-FA1D458B4102}">
      <dsp:nvSpPr>
        <dsp:cNvPr id="0" name=""/>
        <dsp:cNvSpPr/>
      </dsp:nvSpPr>
      <dsp:spPr>
        <a:xfrm>
          <a:off x="1269542" y="1790"/>
          <a:ext cx="5078171" cy="927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31" tIns="235600" rIns="98531" bIns="2356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policy-as-code enforcement.</a:t>
          </a:r>
        </a:p>
      </dsp:txBody>
      <dsp:txXfrm>
        <a:off x="1269542" y="1790"/>
        <a:ext cx="5078171" cy="927557"/>
      </dsp:txXfrm>
    </dsp:sp>
    <dsp:sp modelId="{CC20CEDD-CD9B-43E0-A08A-00151492C0AC}">
      <dsp:nvSpPr>
        <dsp:cNvPr id="0" name=""/>
        <dsp:cNvSpPr/>
      </dsp:nvSpPr>
      <dsp:spPr>
        <a:xfrm>
          <a:off x="0" y="1790"/>
          <a:ext cx="1269542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80" tIns="91622" rIns="67180" bIns="9162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Implement</a:t>
          </a:r>
        </a:p>
      </dsp:txBody>
      <dsp:txXfrm>
        <a:off x="0" y="1790"/>
        <a:ext cx="1269542" cy="927557"/>
      </dsp:txXfrm>
    </dsp:sp>
    <dsp:sp modelId="{BEDF23F6-7A46-42BA-99F4-2C29FA66BA43}">
      <dsp:nvSpPr>
        <dsp:cNvPr id="0" name=""/>
        <dsp:cNvSpPr/>
      </dsp:nvSpPr>
      <dsp:spPr>
        <a:xfrm>
          <a:off x="1269542" y="985001"/>
          <a:ext cx="5078171" cy="927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31" tIns="235600" rIns="98531" bIns="2356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Train developers on secure coding practices.</a:t>
          </a:r>
        </a:p>
      </dsp:txBody>
      <dsp:txXfrm>
        <a:off x="1269542" y="985001"/>
        <a:ext cx="5078171" cy="927557"/>
      </dsp:txXfrm>
    </dsp:sp>
    <dsp:sp modelId="{5A9D007E-92AA-4403-BAAA-F394BA6C684C}">
      <dsp:nvSpPr>
        <dsp:cNvPr id="0" name=""/>
        <dsp:cNvSpPr/>
      </dsp:nvSpPr>
      <dsp:spPr>
        <a:xfrm>
          <a:off x="0" y="985001"/>
          <a:ext cx="1269542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80" tIns="91622" rIns="67180" bIns="9162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Train</a:t>
          </a:r>
        </a:p>
      </dsp:txBody>
      <dsp:txXfrm>
        <a:off x="0" y="985001"/>
        <a:ext cx="1269542" cy="927557"/>
      </dsp:txXfrm>
    </dsp:sp>
    <dsp:sp modelId="{44A65643-107C-45B9-BA65-790819F90F8E}">
      <dsp:nvSpPr>
        <dsp:cNvPr id="0" name=""/>
        <dsp:cNvSpPr/>
      </dsp:nvSpPr>
      <dsp:spPr>
        <a:xfrm>
          <a:off x="1269542" y="1968213"/>
          <a:ext cx="5078171" cy="927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31" tIns="235600" rIns="98531" bIns="2356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Define formal repository governance policies.</a:t>
          </a:r>
        </a:p>
      </dsp:txBody>
      <dsp:txXfrm>
        <a:off x="1269542" y="1968213"/>
        <a:ext cx="5078171" cy="927557"/>
      </dsp:txXfrm>
    </dsp:sp>
    <dsp:sp modelId="{14F457FC-4048-43B5-965F-5697C929FCA2}">
      <dsp:nvSpPr>
        <dsp:cNvPr id="0" name=""/>
        <dsp:cNvSpPr/>
      </dsp:nvSpPr>
      <dsp:spPr>
        <a:xfrm>
          <a:off x="0" y="1968213"/>
          <a:ext cx="1269542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80" tIns="91622" rIns="67180" bIns="9162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Define</a:t>
          </a:r>
        </a:p>
      </dsp:txBody>
      <dsp:txXfrm>
        <a:off x="0" y="1968213"/>
        <a:ext cx="1269542" cy="927557"/>
      </dsp:txXfrm>
    </dsp:sp>
    <dsp:sp modelId="{2A628348-8F55-4864-A2A8-ECAFB2820B05}">
      <dsp:nvSpPr>
        <dsp:cNvPr id="0" name=""/>
        <dsp:cNvSpPr/>
      </dsp:nvSpPr>
      <dsp:spPr>
        <a:xfrm>
          <a:off x="1269542" y="2951424"/>
          <a:ext cx="5078171" cy="927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531" tIns="235600" rIns="98531" bIns="2356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Encourage a security-first development mindset.</a:t>
          </a:r>
        </a:p>
      </dsp:txBody>
      <dsp:txXfrm>
        <a:off x="1269542" y="2951424"/>
        <a:ext cx="5078171" cy="927557"/>
      </dsp:txXfrm>
    </dsp:sp>
    <dsp:sp modelId="{A1CF91BC-2E8F-4A7D-A9E5-C113B500831A}">
      <dsp:nvSpPr>
        <dsp:cNvPr id="0" name=""/>
        <dsp:cNvSpPr/>
      </dsp:nvSpPr>
      <dsp:spPr>
        <a:xfrm>
          <a:off x="0" y="2951424"/>
          <a:ext cx="1269542" cy="9275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80" tIns="91622" rIns="67180" bIns="9162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Encourage</a:t>
          </a:r>
        </a:p>
      </dsp:txBody>
      <dsp:txXfrm>
        <a:off x="0" y="2951424"/>
        <a:ext cx="1269542" cy="927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0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0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3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0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59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67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8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6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4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6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1139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32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249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62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84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9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33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8660" y="813814"/>
            <a:ext cx="7726680" cy="3237020"/>
          </a:xfrm>
        </p:spPr>
        <p:txBody>
          <a:bodyPr/>
          <a:lstStyle/>
          <a:p>
            <a:pPr algn="ctr"/>
            <a:r>
              <a:rPr dirty="0">
                <a:latin typeface="Afacad Medium" pitchFamily="2" charset="0"/>
                <a:cs typeface="Afacad Medium" pitchFamily="2" charset="0"/>
              </a:rPr>
              <a:t>Security Controls </a:t>
            </a:r>
            <a:br>
              <a:rPr lang="en-US" dirty="0">
                <a:latin typeface="Afacad Medium" pitchFamily="2" charset="0"/>
                <a:cs typeface="Afacad Medium" pitchFamily="2" charset="0"/>
              </a:rPr>
            </a:br>
            <a:r>
              <a:rPr dirty="0">
                <a:latin typeface="Afacad Medium" pitchFamily="2" charset="0"/>
                <a:cs typeface="Afacad Medium" pitchFamily="2" charset="0"/>
              </a:rPr>
              <a:t>in </a:t>
            </a:r>
            <a:br>
              <a:rPr lang="en-US" dirty="0">
                <a:latin typeface="Afacad Medium" pitchFamily="2" charset="0"/>
                <a:cs typeface="Afacad Medium" pitchFamily="2" charset="0"/>
              </a:rPr>
            </a:br>
            <a:r>
              <a:rPr dirty="0">
                <a:latin typeface="Afacad Medium" pitchFamily="2" charset="0"/>
                <a:cs typeface="Afacad Medium" pitchFamily="2" charset="0"/>
              </a:rPr>
              <a:t>Shared Source Code Repositories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8640" y="4279434"/>
            <a:ext cx="5826719" cy="1435566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/>
              <a:t>By Hugo Ramirez Jr</a:t>
            </a:r>
          </a:p>
          <a:p>
            <a:pPr algn="ctr"/>
            <a:endParaRPr lang="en-US" dirty="0"/>
          </a:p>
          <a:p>
            <a:pPr algn="ctr"/>
            <a:r>
              <a:rPr lang="en-US" sz="1000" dirty="0"/>
              <a:t>Module 11.2</a:t>
            </a:r>
          </a:p>
          <a:p>
            <a:pPr algn="ctr"/>
            <a:r>
              <a:rPr lang="en-US" sz="1000" dirty="0"/>
              <a:t>Assignment: Security Controls in Shared Source Code Repositories</a:t>
            </a:r>
            <a:br>
              <a:rPr lang="en-US" sz="1200" dirty="0"/>
            </a:b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1842" y="609600"/>
            <a:ext cx="3693658" cy="132080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Afacad Medium" pitchFamily="2" charset="0"/>
                <a:cs typeface="Afacad Medium" pitchFamily="2" charset="0"/>
              </a:rPr>
              <a:t>Why Security Controls Matter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1DDEC2B2-0936-2710-BD7D-60B855670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860" y="2133089"/>
            <a:ext cx="2438776" cy="2438776"/>
          </a:xfrm>
          <a:prstGeom prst="rect">
            <a:avLst/>
          </a:prstGeom>
        </p:spPr>
      </p:pic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3261842" y="2160590"/>
            <a:ext cx="4364254" cy="3739698"/>
          </a:xfrm>
        </p:spPr>
        <p:txBody>
          <a:bodyPr>
            <a:normAutofit/>
          </a:bodyPr>
          <a:lstStyle/>
          <a:p>
            <a:r>
              <a:rPr lang="en-US" dirty="0"/>
              <a:t>Source code repositories store critical intellectual property.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Compromise can lead to malicious code injection or data leaks.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Strong controls protect confidentiality, integrity, and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dirty="0">
                <a:latin typeface="Afacad Medium" pitchFamily="2" charset="0"/>
                <a:cs typeface="Afacad Medium" pitchFamily="2" charset="0"/>
              </a:rPr>
              <a:t>Identity &amp; Access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9FCAB5-837E-7CFB-82FD-E10DB7737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05828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dirty="0">
                <a:latin typeface="Afacad Medium" pitchFamily="2" charset="0"/>
                <a:cs typeface="Afacad Medium" pitchFamily="2" charset="0"/>
              </a:rPr>
              <a:t>Branch &amp; Repository Protection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6AD06A-B3E0-F24D-A5BB-E5199CCEC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593356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A27254-207B-4B52-973B-03A6D7C25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82486"/>
            <a:ext cx="2811624" cy="4093028"/>
          </a:xfrm>
        </p:spPr>
        <p:txBody>
          <a:bodyPr anchor="ctr">
            <a:normAutofit/>
          </a:bodyPr>
          <a:lstStyle/>
          <a:p>
            <a:pPr algn="ctr"/>
            <a:r>
              <a:rPr lang="en-US" sz="3800" dirty="0">
                <a:latin typeface="Afacad Medium" pitchFamily="2" charset="0"/>
                <a:cs typeface="Afacad Medium" pitchFamily="2" charset="0"/>
              </a:rPr>
              <a:t>Code Review &amp; </a:t>
            </a:r>
            <a:br>
              <a:rPr lang="en-US" sz="3800" dirty="0">
                <a:latin typeface="Afacad Medium" pitchFamily="2" charset="0"/>
                <a:cs typeface="Afacad Medium" pitchFamily="2" charset="0"/>
              </a:rPr>
            </a:br>
            <a:r>
              <a:rPr lang="en-US" sz="3800" dirty="0">
                <a:latin typeface="Afacad Medium" pitchFamily="2" charset="0"/>
                <a:cs typeface="Afacad Medium" pitchFamily="2" charset="0"/>
              </a:rPr>
              <a:t>CI/CD Integration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3358E8-FEB4-4E5C-903A-92C75E6B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5FE9BA5-5847-4FF3-960A-4E3AC28E3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D98C19-CACB-4DEB-9AA7-5E1D776DB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EA0C28F-AA7D-46C7-8D8A-CE97E7EB0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0B7A449-3821-4275-97E9-6B1FF91D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15285ED-C1E9-4539-9551-2D9D3B89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A57A772B-029C-402F-8961-04AD1B611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43A98072-A351-47FB-8807-1EEDBF77E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BC2C561-1ADE-495B-A04A-92DE414F5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E633B79-4994-47EC-9479-56BA3E3A5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6188152-70CA-4742-AA0D-863A7FDB4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F0A8D1-6E74-9618-E3CA-29DAECF078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1872433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dirty="0">
                <a:latin typeface="Afacad Medium" pitchFamily="2" charset="0"/>
                <a:cs typeface="Afacad Medium" pitchFamily="2" charset="0"/>
              </a:rPr>
              <a:t>Secrets &amp; Sensitive Data Management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93CD0151-075E-0735-80F7-DCC6B5933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041305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dirty="0">
                <a:latin typeface="Afacad Medium" pitchFamily="2" charset="0"/>
                <a:cs typeface="Afacad Medium" pitchFamily="2" charset="0"/>
              </a:rPr>
              <a:t>Logging, Monitoring &amp; Audits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A27D82-3695-B0E6-D305-25FDB590EF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574880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A27254-207B-4B52-973B-03A6D7C25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36" y="1382486"/>
            <a:ext cx="2660686" cy="4093028"/>
          </a:xfrm>
        </p:spPr>
        <p:txBody>
          <a:bodyPr anchor="ctr">
            <a:normAutofit/>
          </a:bodyPr>
          <a:lstStyle/>
          <a:p>
            <a:pPr algn="ctr"/>
            <a:r>
              <a:rPr lang="en-US" sz="3800" dirty="0">
                <a:latin typeface="Afacad Medium" pitchFamily="2" charset="0"/>
                <a:cs typeface="Afacad Medium" pitchFamily="2" charset="0"/>
              </a:rPr>
              <a:t>Backup </a:t>
            </a:r>
            <a:br>
              <a:rPr lang="en-US" sz="3800" dirty="0">
                <a:latin typeface="Afacad Medium" pitchFamily="2" charset="0"/>
                <a:cs typeface="Afacad Medium" pitchFamily="2" charset="0"/>
              </a:rPr>
            </a:br>
            <a:r>
              <a:rPr lang="en-US" sz="3800" dirty="0">
                <a:latin typeface="Afacad Medium" pitchFamily="2" charset="0"/>
                <a:cs typeface="Afacad Medium" pitchFamily="2" charset="0"/>
              </a:rPr>
              <a:t>&amp; </a:t>
            </a:r>
            <a:br>
              <a:rPr lang="en-US" sz="3800" dirty="0">
                <a:latin typeface="Afacad Medium" pitchFamily="2" charset="0"/>
                <a:cs typeface="Afacad Medium" pitchFamily="2" charset="0"/>
              </a:rPr>
            </a:br>
            <a:r>
              <a:rPr lang="en-US" sz="3800" dirty="0">
                <a:latin typeface="Afacad Medium" pitchFamily="2" charset="0"/>
                <a:cs typeface="Afacad Medium" pitchFamily="2" charset="0"/>
              </a:rPr>
              <a:t>Recovery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3358E8-FEB4-4E5C-903A-92C75E6B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5FE9BA5-5847-4FF3-960A-4E3AC28E3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D98C19-CACB-4DEB-9AA7-5E1D776DB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EA0C28F-AA7D-46C7-8D8A-CE97E7EB0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0B7A449-3821-4275-97E9-6B1FF91D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15285ED-C1E9-4539-9551-2D9D3B89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A57A772B-029C-402F-8961-04AD1B611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43A98072-A351-47FB-8807-1EEDBF77E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BC2C561-1ADE-495B-A04A-92DE414F5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E633B79-4994-47EC-9479-56BA3E3A5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6188152-70CA-4742-AA0D-863A7FDB4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B901C4-F730-FF85-DFB7-7E0454ECC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655728"/>
              </p:ext>
            </p:extLst>
          </p:nvPr>
        </p:nvGraphicFramePr>
        <p:xfrm>
          <a:off x="3657635" y="944563"/>
          <a:ext cx="4992577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facad Medium" pitchFamily="2" charset="0"/>
                <a:cs typeface="Afacad Medium" pitchFamily="2" charset="0"/>
              </a:rPr>
              <a:t>Policies &amp; Security Culture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D7ECD7-9758-72D1-7534-8C8ECAB14C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803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facad Medium" pitchFamily="2" charset="0"/>
                <a:cs typeface="Afacad Medium" pitchFamily="2" charset="0"/>
              </a:rPr>
              <a:t>Sources</a:t>
            </a:r>
            <a:endParaRPr sz="4000" dirty="0">
              <a:latin typeface="Afacad Medium" pitchFamily="2" charset="0"/>
              <a:cs typeface="Afacad Medium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00784"/>
            <a:ext cx="6347714" cy="4340579"/>
          </a:xfrm>
        </p:spPr>
        <p:txBody>
          <a:bodyPr/>
          <a:lstStyle/>
          <a:p>
            <a:pPr algn="just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Harness. “Best Practices for Securing Code Repositories.” Harness.io.</a:t>
            </a:r>
          </a:p>
          <a:p>
            <a:pPr marL="365760" algn="jus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Kusari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“Version Control Security: Protecting Source Code Integrity Explained.”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Kusari.dev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“Source Code Management Best Practices Guide.”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OpenSSF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algn="jus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Alliance. “Secure Code Repositories Version Control.” SecurityAlliance.org.</a:t>
            </a:r>
          </a:p>
          <a:p>
            <a:pPr algn="just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TechTarget. “Top Source Code Security Best Practices.” TechTarget.com.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353</Words>
  <Application>Microsoft Office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Afacad Medium</vt:lpstr>
      <vt:lpstr>Arial</vt:lpstr>
      <vt:lpstr>Times New Roman</vt:lpstr>
      <vt:lpstr>Trebuchet MS</vt:lpstr>
      <vt:lpstr>Wingdings 3</vt:lpstr>
      <vt:lpstr>Facet</vt:lpstr>
      <vt:lpstr>Security Controls  in  Shared Source Code Repositories</vt:lpstr>
      <vt:lpstr>Why Security Controls Matter</vt:lpstr>
      <vt:lpstr>Identity &amp; Access Management</vt:lpstr>
      <vt:lpstr>Branch &amp; Repository Protection</vt:lpstr>
      <vt:lpstr>Code Review &amp;  CI/CD Integration</vt:lpstr>
      <vt:lpstr>Secrets &amp; Sensitive Data Management</vt:lpstr>
      <vt:lpstr>Logging, Monitoring &amp; Audits</vt:lpstr>
      <vt:lpstr>Backup  &amp;  Recovery</vt:lpstr>
      <vt:lpstr>Policies &amp; Security Culture</vt:lpstr>
      <vt:lpstr>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Hugo Ramirez</cp:lastModifiedBy>
  <cp:revision>5</cp:revision>
  <dcterms:created xsi:type="dcterms:W3CDTF">2013-01-27T09:14:16Z</dcterms:created>
  <dcterms:modified xsi:type="dcterms:W3CDTF">2026-03-01T05:44:52Z</dcterms:modified>
  <cp:category/>
</cp:coreProperties>
</file>